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5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43" autoAdjust="0"/>
  </p:normalViewPr>
  <p:slideViewPr>
    <p:cSldViewPr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188640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Orden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52318 </a:t>
            </a:r>
            <a:r>
              <a:rPr lang="es-ES" sz="2000" dirty="0">
                <a:solidFill>
                  <a:srgbClr val="3F1900"/>
                </a:solidFill>
              </a:rPr>
              <a:t>liberada por calidad con movimientos de piel, cortes y rechazos después de la liberación.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1A6E0C6-DADC-4B10-8F5F-048CE74BBF1F}"/>
              </a:ext>
            </a:extLst>
          </p:cNvPr>
          <p:cNvSpPr/>
          <p:nvPr/>
        </p:nvSpPr>
        <p:spPr>
          <a:xfrm>
            <a:off x="1115616" y="1082884"/>
            <a:ext cx="79563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Datos de la liberación de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orden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1FA1B3-490D-4203-88FE-50EECC064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340768"/>
            <a:ext cx="8056592" cy="4320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6B945E-AA4C-48F4-8263-1C872C7E52F2}"/>
              </a:ext>
            </a:extLst>
          </p:cNvPr>
          <p:cNvSpPr/>
          <p:nvPr/>
        </p:nvSpPr>
        <p:spPr>
          <a:xfrm>
            <a:off x="1115616" y="1916832"/>
            <a:ext cx="79563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Datos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movimientos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y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cortes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despues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liberación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" name="Imagen 6" descr="Interfaz de usuario gráfica, Aplicación, Tabla, Excel&#10;&#10;Descripción generada automáticamente">
            <a:extLst>
              <a:ext uri="{FF2B5EF4-FFF2-40B4-BE49-F238E27FC236}">
                <a16:creationId xmlns:a16="http://schemas.microsoft.com/office/drawing/2014/main" id="{FA072FE5-E30C-4123-8551-53DCBBBB46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05"/>
          <a:stretch/>
        </p:blipFill>
        <p:spPr>
          <a:xfrm>
            <a:off x="1087408" y="2204864"/>
            <a:ext cx="8056592" cy="2808312"/>
          </a:xfrm>
          <a:prstGeom prst="rect">
            <a:avLst/>
          </a:prstGeom>
        </p:spPr>
      </p:pic>
      <p:sp>
        <p:nvSpPr>
          <p:cNvPr id="13" name="Rectangle 9">
            <a:extLst>
              <a:ext uri="{FF2B5EF4-FFF2-40B4-BE49-F238E27FC236}">
                <a16:creationId xmlns:a16="http://schemas.microsoft.com/office/drawing/2014/main" id="{F3AFA998-09C7-4DD4-8258-D8CF209AEECA}"/>
              </a:ext>
            </a:extLst>
          </p:cNvPr>
          <p:cNvSpPr/>
          <p:nvPr/>
        </p:nvSpPr>
        <p:spPr>
          <a:xfrm>
            <a:off x="1115616" y="5096217"/>
            <a:ext cx="79563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Datos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rechazos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registrados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despues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liberación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4" name="Imagen 1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1253414-C6E1-4DB9-B9FF-1F1DCF31E1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30" b="27898"/>
          <a:stretch/>
        </p:blipFill>
        <p:spPr>
          <a:xfrm>
            <a:off x="1115616" y="5373216"/>
            <a:ext cx="7956376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4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11421</TotalTime>
  <Words>52</Words>
  <Application>Microsoft Office PowerPoint</Application>
  <PresentationFormat>Presentación en pantalla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Segoe UI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268</cp:revision>
  <dcterms:created xsi:type="dcterms:W3CDTF">2019-09-04T16:36:39Z</dcterms:created>
  <dcterms:modified xsi:type="dcterms:W3CDTF">2022-02-01T20:55:44Z</dcterms:modified>
</cp:coreProperties>
</file>