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4" r:id="rId2"/>
    <p:sldId id="41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>
        <p:scale>
          <a:sx n="100" d="100"/>
          <a:sy n="100" d="100"/>
        </p:scale>
        <p:origin x="946" y="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30/08/2021 – 03/09/2021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Reporte de Rechazos.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1A6E0C6-DADC-4B10-8F5F-048CE74BBF1F}"/>
              </a:ext>
            </a:extLst>
          </p:cNvPr>
          <p:cNvSpPr/>
          <p:nvPr/>
        </p:nvSpPr>
        <p:spPr>
          <a:xfrm>
            <a:off x="1115616" y="1082884"/>
            <a:ext cx="7956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agrego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Reporte de Rechazos,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realizar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busqueda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rechazos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por un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rango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fechas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Product Category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poniendo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Numero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Parte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del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Cliente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Serial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Orden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Estación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campo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Buscar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y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si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requiere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puede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descargar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información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un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archivo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Excel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FB7EE74-224C-43BD-B116-6217EFFC0123}"/>
              </a:ext>
            </a:extLst>
          </p:cNvPr>
          <p:cNvSpPr/>
          <p:nvPr/>
        </p:nvSpPr>
        <p:spPr>
          <a:xfrm>
            <a:off x="1763688" y="2492895"/>
            <a:ext cx="2520280" cy="3298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CA891F-0C90-438B-A012-EE7DF587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8" y="1729216"/>
            <a:ext cx="7984584" cy="508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4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11400</TotalTime>
  <Words>65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264</cp:revision>
  <dcterms:created xsi:type="dcterms:W3CDTF">2019-09-04T16:36:39Z</dcterms:created>
  <dcterms:modified xsi:type="dcterms:W3CDTF">2021-09-06T13:30:39Z</dcterms:modified>
</cp:coreProperties>
</file>