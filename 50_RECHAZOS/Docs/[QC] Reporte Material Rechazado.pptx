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344" r:id="rId2"/>
    <p:sldId id="415" r:id="rId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1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343" autoAdjust="0"/>
  </p:normalViewPr>
  <p:slideViewPr>
    <p:cSldViewPr>
      <p:cViewPr varScale="1">
        <p:scale>
          <a:sx n="86" d="100"/>
          <a:sy n="86" d="100"/>
        </p:scale>
        <p:origin x="1354" y="5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7B1792-3256-4E77-8442-3E205CD69EF5}" type="datetimeFigureOut">
              <a:rPr lang="en-US" smtClean="0"/>
              <a:t>9/3/2021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A94EBC-6D71-45FE-903C-8A150E9C6E3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3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711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607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953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22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5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9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216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867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61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85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8649-2619-44F9-8F30-2D6466E57529}" type="datetimeFigureOut">
              <a:rPr lang="en-US" smtClean="0"/>
              <a:t>9/3/2021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50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05/07/2021 – 09/07/2021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0757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Seguimiento de Material Programado.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F1A6E0C6-DADC-4B10-8F5F-048CE74BBF1F}"/>
              </a:ext>
            </a:extLst>
          </p:cNvPr>
          <p:cNvSpPr/>
          <p:nvPr/>
        </p:nvSpPr>
        <p:spPr>
          <a:xfrm>
            <a:off x="1115616" y="1082884"/>
            <a:ext cx="7956376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Se agrego Pantalla 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Reporte de material escaneado por proceso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en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esta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pantalla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podremos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consultar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información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detalla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cantidad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</a:t>
            </a:r>
            <a:r>
              <a:rPr lang="en-U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 Kits/</a:t>
            </a:r>
            <a:r>
              <a:rPr lang="en-US" sz="1200" b="1" dirty="0" err="1">
                <a:solidFill>
                  <a:srgbClr val="222222"/>
                </a:solidFill>
                <a:latin typeface="Segoe UI" panose="020B0502040204020203" pitchFamily="34" charset="0"/>
              </a:rPr>
              <a:t>Patrones</a:t>
            </a:r>
            <a:r>
              <a:rPr lang="en-U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/</a:t>
            </a:r>
            <a:r>
              <a:rPr lang="en-US" sz="1200" b="1" dirty="0" err="1">
                <a:solidFill>
                  <a:srgbClr val="222222"/>
                </a:solidFill>
                <a:latin typeface="Segoe UI" panose="020B0502040204020203" pitchFamily="34" charset="0"/>
              </a:rPr>
              <a:t>Piezas</a:t>
            </a:r>
            <a:r>
              <a:rPr lang="en-U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escaneados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cada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uno de los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procesos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, las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busquedas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pueden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realizarse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por un</a:t>
            </a:r>
            <a:r>
              <a:rPr lang="en-U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b="1" dirty="0" err="1">
                <a:solidFill>
                  <a:srgbClr val="222222"/>
                </a:solidFill>
                <a:latin typeface="Segoe UI" panose="020B0502040204020203" pitchFamily="34" charset="0"/>
              </a:rPr>
              <a:t>rango</a:t>
            </a:r>
            <a:r>
              <a:rPr lang="en-U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 de </a:t>
            </a:r>
            <a:r>
              <a:rPr lang="en-US" sz="1200" b="1" dirty="0" err="1">
                <a:solidFill>
                  <a:srgbClr val="222222"/>
                </a:solidFill>
                <a:latin typeface="Segoe UI" panose="020B0502040204020203" pitchFamily="34" charset="0"/>
              </a:rPr>
              <a:t>fechas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, </a:t>
            </a:r>
            <a:r>
              <a:rPr lang="en-US" sz="1200" b="1" dirty="0" err="1">
                <a:solidFill>
                  <a:srgbClr val="222222"/>
                </a:solidFill>
                <a:latin typeface="Segoe UI" panose="020B0502040204020203" pitchFamily="34" charset="0"/>
              </a:rPr>
              <a:t>Cliente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, </a:t>
            </a:r>
            <a:r>
              <a:rPr lang="en-US" sz="1200" b="1" dirty="0" err="1">
                <a:solidFill>
                  <a:srgbClr val="222222"/>
                </a:solidFill>
                <a:latin typeface="Segoe UI" panose="020B0502040204020203" pitchFamily="34" charset="0"/>
              </a:rPr>
              <a:t>Proceso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y </a:t>
            </a:r>
            <a:r>
              <a:rPr lang="en-US" sz="1200" b="1" dirty="0" err="1">
                <a:solidFill>
                  <a:srgbClr val="222222"/>
                </a:solidFill>
                <a:latin typeface="Segoe UI" panose="020B0502040204020203" pitchFamily="34" charset="0"/>
              </a:rPr>
              <a:t>Turno</a:t>
            </a:r>
            <a:r>
              <a:rPr lang="en-U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,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si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se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requiere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se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puede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descargar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información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a un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archivo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Excel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1" name="Imagen 10" descr="Interfaz de usuario gráfica, Aplicación, Tabla, Excel&#10;&#10;Descripción generada automáticamente">
            <a:extLst>
              <a:ext uri="{FF2B5EF4-FFF2-40B4-BE49-F238E27FC236}">
                <a16:creationId xmlns:a16="http://schemas.microsoft.com/office/drawing/2014/main" id="{24AAC71E-DE7E-4A99-A211-CAE26A5A71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616" y="1845028"/>
            <a:ext cx="7956376" cy="4968348"/>
          </a:xfrm>
          <a:prstGeom prst="rect">
            <a:avLst/>
          </a:prstGeom>
        </p:spPr>
      </p:pic>
      <p:sp>
        <p:nvSpPr>
          <p:cNvPr id="12" name="Rectángulo 11">
            <a:extLst>
              <a:ext uri="{FF2B5EF4-FFF2-40B4-BE49-F238E27FC236}">
                <a16:creationId xmlns:a16="http://schemas.microsoft.com/office/drawing/2014/main" id="{0FB7EE74-224C-43BD-B116-6217EFFC0123}"/>
              </a:ext>
            </a:extLst>
          </p:cNvPr>
          <p:cNvSpPr/>
          <p:nvPr/>
        </p:nvSpPr>
        <p:spPr>
          <a:xfrm>
            <a:off x="1763688" y="2492895"/>
            <a:ext cx="2520280" cy="32989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7441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11391</TotalTime>
  <Words>72</Words>
  <Application>Microsoft Office PowerPoint</Application>
  <PresentationFormat>Presentación en pantalla (4:3)</PresentationFormat>
  <Paragraphs>3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7" baseType="lpstr">
      <vt:lpstr>Arial</vt:lpstr>
      <vt:lpstr>Calibri</vt:lpstr>
      <vt:lpstr>Century Gothic</vt:lpstr>
      <vt:lpstr>Segoe UI</vt:lpstr>
      <vt:lpstr>Office Theme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AX DE LA ROSA</dc:creator>
  <cp:lastModifiedBy>Francisco Esteban</cp:lastModifiedBy>
  <cp:revision>263</cp:revision>
  <dcterms:created xsi:type="dcterms:W3CDTF">2019-09-04T16:36:39Z</dcterms:created>
  <dcterms:modified xsi:type="dcterms:W3CDTF">2021-09-03T22:31:12Z</dcterms:modified>
</cp:coreProperties>
</file>