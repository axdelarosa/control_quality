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44" r:id="rId2"/>
    <p:sldId id="415" r:id="rId3"/>
    <p:sldId id="417" r:id="rId4"/>
    <p:sldId id="418" r:id="rId5"/>
    <p:sldId id="41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 varScale="1">
        <p:scale>
          <a:sx n="112" d="100"/>
          <a:sy n="112" d="100"/>
        </p:scale>
        <p:origin x="1584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12/13/2021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06/12/2021 – 10/12/2021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02630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err="1">
                <a:solidFill>
                  <a:srgbClr val="3F1900"/>
                </a:solidFill>
              </a:rPr>
              <a:t>Quality</a:t>
            </a:r>
            <a:r>
              <a:rPr lang="es-ES" sz="2000" dirty="0">
                <a:solidFill>
                  <a:srgbClr val="3F1900"/>
                </a:solidFill>
              </a:rPr>
              <a:t> </a:t>
            </a:r>
            <a:r>
              <a:rPr lang="es-ES" sz="2000" dirty="0" err="1">
                <a:solidFill>
                  <a:srgbClr val="3F1900"/>
                </a:solidFill>
              </a:rPr>
              <a:t>Rejects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F1A6E0C6-DADC-4B10-8F5F-048CE74BBF1F}"/>
              </a:ext>
            </a:extLst>
          </p:cNvPr>
          <p:cNvSpPr/>
          <p:nvPr/>
        </p:nvSpPr>
        <p:spPr>
          <a:xfrm>
            <a:off x="1115616" y="980728"/>
            <a:ext cx="79563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Modificación de la vista y lógica para la opción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Liberar Orden.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A625BE9-8895-4240-A92E-09B68819B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1412776"/>
            <a:ext cx="7956376" cy="5400600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3F0652A4-91B4-47A6-81AC-985FD9BD1941}"/>
              </a:ext>
            </a:extLst>
          </p:cNvPr>
          <p:cNvSpPr txBox="1"/>
          <p:nvPr/>
        </p:nvSpPr>
        <p:spPr>
          <a:xfrm>
            <a:off x="4283968" y="1412776"/>
            <a:ext cx="1800200" cy="73866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/>
              <a:t>Se </a:t>
            </a:r>
            <a:r>
              <a:rPr lang="en-US" sz="1050" b="1" dirty="0" err="1"/>
              <a:t>modificación</a:t>
            </a:r>
            <a:r>
              <a:rPr lang="en-US" sz="1050" b="1" dirty="0"/>
              <a:t> de la vista y </a:t>
            </a:r>
            <a:r>
              <a:rPr lang="en-US" sz="1050" b="1" dirty="0" err="1"/>
              <a:t>logica</a:t>
            </a:r>
            <a:r>
              <a:rPr lang="en-US" sz="1050" b="1" dirty="0"/>
              <a:t> para </a:t>
            </a:r>
            <a:r>
              <a:rPr lang="en-US" sz="1050" b="1" dirty="0" err="1"/>
              <a:t>calcular</a:t>
            </a:r>
            <a:r>
              <a:rPr lang="en-US" sz="1050" b="1" dirty="0"/>
              <a:t> los PPM’S </a:t>
            </a:r>
            <a:r>
              <a:rPr lang="en-US" sz="1050" b="1" dirty="0" err="1"/>
              <a:t>en</a:t>
            </a:r>
            <a:r>
              <a:rPr lang="en-US" sz="1050" b="1" dirty="0"/>
              <a:t> </a:t>
            </a:r>
            <a:r>
              <a:rPr lang="en-US" sz="1050" b="1" dirty="0" err="1"/>
              <a:t>opción</a:t>
            </a:r>
            <a:r>
              <a:rPr lang="en-US" sz="1050" b="1" dirty="0"/>
              <a:t> </a:t>
            </a:r>
            <a:r>
              <a:rPr lang="en-US" sz="1050" b="1" dirty="0" err="1"/>
              <a:t>Liberar</a:t>
            </a:r>
            <a:r>
              <a:rPr lang="en-US" sz="1050" b="1" dirty="0"/>
              <a:t> </a:t>
            </a:r>
            <a:r>
              <a:rPr lang="en-US" sz="1050" b="1" dirty="0" err="1"/>
              <a:t>orden</a:t>
            </a:r>
            <a:r>
              <a:rPr lang="en-US" sz="1050" b="1" dirty="0"/>
              <a:t>.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EDB0D253-D9D7-44DF-B280-BA9098BF3E71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3931066" y="1782108"/>
            <a:ext cx="352902" cy="901271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744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02630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err="1">
                <a:solidFill>
                  <a:srgbClr val="3F1900"/>
                </a:solidFill>
              </a:rPr>
              <a:t>Quality</a:t>
            </a:r>
            <a:r>
              <a:rPr lang="es-ES" sz="2000" dirty="0">
                <a:solidFill>
                  <a:srgbClr val="3F1900"/>
                </a:solidFill>
              </a:rPr>
              <a:t> </a:t>
            </a:r>
            <a:r>
              <a:rPr lang="es-ES" sz="2000" dirty="0" err="1">
                <a:solidFill>
                  <a:srgbClr val="3F1900"/>
                </a:solidFill>
              </a:rPr>
              <a:t>Rejects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F1A6E0C6-DADC-4B10-8F5F-048CE74BBF1F}"/>
              </a:ext>
            </a:extLst>
          </p:cNvPr>
          <p:cNvSpPr/>
          <p:nvPr/>
        </p:nvSpPr>
        <p:spPr>
          <a:xfrm>
            <a:off x="1115616" y="980728"/>
            <a:ext cx="79563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Modificación de la vista y lógica para la opción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Liberar Orden.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348ACD-8A2F-4B31-9D94-3F8483601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1257727"/>
            <a:ext cx="7632848" cy="5397643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C1CE455E-4E6A-46B2-B52B-2FD7A77C070B}"/>
              </a:ext>
            </a:extLst>
          </p:cNvPr>
          <p:cNvSpPr txBox="1"/>
          <p:nvPr/>
        </p:nvSpPr>
        <p:spPr>
          <a:xfrm>
            <a:off x="1475656" y="1483767"/>
            <a:ext cx="3744416" cy="57708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/>
              <a:t>Para la </a:t>
            </a:r>
            <a:r>
              <a:rPr lang="en-US" sz="1050" b="1" dirty="0" err="1"/>
              <a:t>captura</a:t>
            </a:r>
            <a:r>
              <a:rPr lang="en-US" sz="1050" b="1" dirty="0"/>
              <a:t> del Jefe de </a:t>
            </a:r>
            <a:r>
              <a:rPr lang="en-US" sz="1050" b="1" dirty="0" err="1"/>
              <a:t>grupo</a:t>
            </a:r>
            <a:r>
              <a:rPr lang="en-US" sz="1050" b="1" dirty="0"/>
              <a:t> e Inspector de </a:t>
            </a:r>
            <a:r>
              <a:rPr lang="en-US" sz="1050" b="1" dirty="0" err="1"/>
              <a:t>producción</a:t>
            </a:r>
            <a:r>
              <a:rPr lang="en-US" sz="1050" b="1" dirty="0"/>
              <a:t> se </a:t>
            </a:r>
            <a:r>
              <a:rPr lang="en-US" sz="1050" b="1" dirty="0" err="1"/>
              <a:t>programo</a:t>
            </a:r>
            <a:r>
              <a:rPr lang="en-US" sz="1050" b="1" dirty="0"/>
              <a:t> </a:t>
            </a:r>
            <a:r>
              <a:rPr lang="en-US" sz="1050" b="1" dirty="0" err="1"/>
              <a:t>el</a:t>
            </a:r>
            <a:r>
              <a:rPr lang="en-US" sz="1050" b="1" dirty="0"/>
              <a:t> campo para que solo </a:t>
            </a:r>
            <a:r>
              <a:rPr lang="en-US" sz="1050" b="1" dirty="0" err="1"/>
              <a:t>permita</a:t>
            </a:r>
            <a:r>
              <a:rPr lang="en-US" sz="1050" b="1" dirty="0"/>
              <a:t> </a:t>
            </a:r>
            <a:r>
              <a:rPr lang="en-US" sz="1050" b="1" dirty="0" err="1"/>
              <a:t>capturar</a:t>
            </a:r>
            <a:r>
              <a:rPr lang="en-US" sz="1050" b="1" dirty="0"/>
              <a:t> </a:t>
            </a:r>
            <a:r>
              <a:rPr lang="en-US" sz="1050" b="1" dirty="0" err="1"/>
              <a:t>información</a:t>
            </a:r>
            <a:r>
              <a:rPr lang="en-US" sz="1050" b="1" dirty="0"/>
              <a:t> </a:t>
            </a:r>
            <a:r>
              <a:rPr lang="en-US" sz="1050" b="1" dirty="0" err="1"/>
              <a:t>valida</a:t>
            </a:r>
            <a:r>
              <a:rPr lang="en-US" sz="1050" b="1" dirty="0"/>
              <a:t>.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86FBA05B-1931-4BAC-B3AA-76060823E507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267744" y="2060848"/>
            <a:ext cx="1080120" cy="629518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13956D5C-15D7-44C1-9407-84E774A27DF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347864" y="2060848"/>
            <a:ext cx="216024" cy="629518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08C0C01-9C79-46F1-AC76-36E93BD9E10B}"/>
              </a:ext>
            </a:extLst>
          </p:cNvPr>
          <p:cNvSpPr txBox="1"/>
          <p:nvPr/>
        </p:nvSpPr>
        <p:spPr>
          <a:xfrm>
            <a:off x="6588224" y="2134898"/>
            <a:ext cx="2232248" cy="415498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/>
              <a:t>Se </a:t>
            </a:r>
            <a:r>
              <a:rPr lang="en-US" sz="1050" b="1" dirty="0" err="1"/>
              <a:t>muestra</a:t>
            </a:r>
            <a:r>
              <a:rPr lang="en-US" sz="1050" b="1" dirty="0"/>
              <a:t> </a:t>
            </a:r>
            <a:r>
              <a:rPr lang="en-US" sz="1050" b="1" dirty="0" err="1"/>
              <a:t>información</a:t>
            </a:r>
            <a:r>
              <a:rPr lang="en-US" sz="1050" b="1" dirty="0"/>
              <a:t> de PMM’S por </a:t>
            </a:r>
            <a:r>
              <a:rPr lang="en-US" sz="1050" b="1" dirty="0" err="1"/>
              <a:t>orden</a:t>
            </a:r>
            <a:r>
              <a:rPr lang="en-US" sz="1050" b="1" dirty="0"/>
              <a:t>.</a:t>
            </a:r>
          </a:p>
        </p:txBody>
      </p: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0C9694FA-F8D6-4A7E-B2D7-A502AD81C8CD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6372200" y="2342647"/>
            <a:ext cx="216024" cy="29426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906B32D9-36BE-440B-A86E-ADF5D444436C}"/>
              </a:ext>
            </a:extLst>
          </p:cNvPr>
          <p:cNvSpPr txBox="1"/>
          <p:nvPr/>
        </p:nvSpPr>
        <p:spPr>
          <a:xfrm>
            <a:off x="6228184" y="3215018"/>
            <a:ext cx="2232248" cy="415498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/>
              <a:t>Se </a:t>
            </a:r>
            <a:r>
              <a:rPr lang="en-US" sz="1050" b="1" dirty="0" err="1"/>
              <a:t>muestra</a:t>
            </a:r>
            <a:r>
              <a:rPr lang="en-US" sz="1050" b="1" dirty="0"/>
              <a:t> </a:t>
            </a:r>
            <a:r>
              <a:rPr lang="en-US" sz="1050" b="1" dirty="0" err="1"/>
              <a:t>información</a:t>
            </a:r>
            <a:r>
              <a:rPr lang="en-US" sz="1050" b="1" dirty="0"/>
              <a:t> de PMM’S por </a:t>
            </a:r>
            <a:r>
              <a:rPr lang="en-US" sz="1050" b="1" dirty="0" err="1"/>
              <a:t>turno</a:t>
            </a:r>
            <a:r>
              <a:rPr lang="en-US" sz="1050" b="1" dirty="0"/>
              <a:t>.</a:t>
            </a:r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9A91DF77-FBB5-4FD1-B9CB-30F4CBFC2608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5508104" y="3422767"/>
            <a:ext cx="720080" cy="6233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0268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29/11/2021 – 03/12/2021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10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02630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err="1">
                <a:solidFill>
                  <a:srgbClr val="3F1900"/>
                </a:solidFill>
              </a:rPr>
              <a:t>Quality</a:t>
            </a:r>
            <a:r>
              <a:rPr lang="es-ES" sz="2000" dirty="0">
                <a:solidFill>
                  <a:srgbClr val="3F1900"/>
                </a:solidFill>
              </a:rPr>
              <a:t> </a:t>
            </a:r>
            <a:r>
              <a:rPr lang="es-ES" sz="2000" dirty="0" err="1">
                <a:solidFill>
                  <a:srgbClr val="3F1900"/>
                </a:solidFill>
              </a:rPr>
              <a:t>Rejects</a:t>
            </a:r>
            <a:r>
              <a:rPr lang="es-ES" sz="2000" dirty="0">
                <a:solidFill>
                  <a:srgbClr val="3F1900"/>
                </a:solidFill>
              </a:rPr>
              <a:t>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F1A6E0C6-DADC-4B10-8F5F-048CE74BBF1F}"/>
              </a:ext>
            </a:extLst>
          </p:cNvPr>
          <p:cNvSpPr/>
          <p:nvPr/>
        </p:nvSpPr>
        <p:spPr>
          <a:xfrm>
            <a:off x="1115616" y="980728"/>
            <a:ext cx="79563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rediseño pantalla para su mejor funcionamiento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A625BE9-8895-4240-A92E-09B68819B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1412776"/>
            <a:ext cx="7956376" cy="54006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F002C2E-3ACE-4669-AB54-A82C548C63D6}"/>
              </a:ext>
            </a:extLst>
          </p:cNvPr>
          <p:cNvSpPr txBox="1"/>
          <p:nvPr/>
        </p:nvSpPr>
        <p:spPr>
          <a:xfrm>
            <a:off x="4860032" y="1573342"/>
            <a:ext cx="3744416" cy="415498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 err="1"/>
              <a:t>Seccion</a:t>
            </a:r>
            <a:r>
              <a:rPr lang="en-US" sz="1050" b="1" dirty="0"/>
              <a:t> de </a:t>
            </a:r>
            <a:r>
              <a:rPr lang="en-US" sz="1050" b="1" dirty="0" err="1"/>
              <a:t>Filtros</a:t>
            </a:r>
            <a:r>
              <a:rPr lang="en-US" sz="1050" b="1" dirty="0"/>
              <a:t> y </a:t>
            </a:r>
            <a:r>
              <a:rPr lang="en-US" sz="1050" b="1" dirty="0" err="1"/>
              <a:t>botones</a:t>
            </a:r>
            <a:r>
              <a:rPr lang="en-US" sz="1050" b="1" dirty="0"/>
              <a:t> para </a:t>
            </a:r>
            <a:r>
              <a:rPr lang="en-US" sz="1050" b="1" dirty="0" err="1"/>
              <a:t>reporte</a:t>
            </a:r>
            <a:r>
              <a:rPr lang="en-US" sz="1050" b="1" dirty="0"/>
              <a:t> de auditoria final, </a:t>
            </a:r>
            <a:r>
              <a:rPr lang="en-US" sz="1050" b="1" dirty="0" err="1"/>
              <a:t>defectos</a:t>
            </a:r>
            <a:r>
              <a:rPr lang="en-US" sz="1050" b="1" dirty="0"/>
              <a:t> y </a:t>
            </a:r>
            <a:r>
              <a:rPr lang="en-US" sz="1050" b="1" dirty="0" err="1"/>
              <a:t>resumen</a:t>
            </a:r>
            <a:r>
              <a:rPr lang="en-US" sz="1050" b="1" dirty="0"/>
              <a:t> </a:t>
            </a:r>
            <a:r>
              <a:rPr lang="en-US" sz="1050" b="1" dirty="0" err="1"/>
              <a:t>anual</a:t>
            </a:r>
            <a:r>
              <a:rPr lang="en-US" sz="1050" b="1" dirty="0"/>
              <a:t> de PPM’S.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A4D9454-6F1C-4944-A988-3AD31A4BAB5A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4067944" y="1781091"/>
            <a:ext cx="792088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F0652A4-91B4-47A6-81AC-985FD9BD1941}"/>
              </a:ext>
            </a:extLst>
          </p:cNvPr>
          <p:cNvSpPr txBox="1"/>
          <p:nvPr/>
        </p:nvSpPr>
        <p:spPr>
          <a:xfrm>
            <a:off x="6876256" y="2175247"/>
            <a:ext cx="1800200" cy="415498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 err="1"/>
              <a:t>Sección</a:t>
            </a:r>
            <a:r>
              <a:rPr lang="en-US" sz="1050" b="1" dirty="0"/>
              <a:t> de </a:t>
            </a:r>
            <a:r>
              <a:rPr lang="en-US" sz="1050" b="1" dirty="0" err="1"/>
              <a:t>lotes</a:t>
            </a:r>
            <a:r>
              <a:rPr lang="en-US" sz="1050" b="1" dirty="0"/>
              <a:t> cortados </a:t>
            </a:r>
            <a:r>
              <a:rPr lang="en-US" sz="1050" b="1" dirty="0" err="1"/>
              <a:t>en</a:t>
            </a:r>
            <a:r>
              <a:rPr lang="en-US" sz="1050" b="1" dirty="0"/>
              <a:t> la Orden.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EDB0D253-D9D7-44DF-B280-BA9098BF3E71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6084168" y="2382996"/>
            <a:ext cx="792088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387E807-135F-46B0-96A7-CAC9DABA2764}"/>
              </a:ext>
            </a:extLst>
          </p:cNvPr>
          <p:cNvSpPr txBox="1"/>
          <p:nvPr/>
        </p:nvSpPr>
        <p:spPr>
          <a:xfrm>
            <a:off x="1115616" y="2648649"/>
            <a:ext cx="2016224" cy="415498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 err="1"/>
              <a:t>Sección</a:t>
            </a:r>
            <a:r>
              <a:rPr lang="en-US" sz="1050" b="1" dirty="0"/>
              <a:t> para </a:t>
            </a:r>
            <a:r>
              <a:rPr lang="en-US" sz="1050" b="1" dirty="0" err="1"/>
              <a:t>agregar</a:t>
            </a:r>
            <a:r>
              <a:rPr lang="en-US" sz="1050" b="1" dirty="0"/>
              <a:t>, </a:t>
            </a:r>
            <a:r>
              <a:rPr lang="en-US" sz="1050" b="1" dirty="0" err="1"/>
              <a:t>modificar</a:t>
            </a:r>
            <a:r>
              <a:rPr lang="en-US" sz="1050" b="1" dirty="0"/>
              <a:t> y </a:t>
            </a:r>
            <a:r>
              <a:rPr lang="en-US" sz="1050" b="1" dirty="0" err="1"/>
              <a:t>liberar</a:t>
            </a:r>
            <a:r>
              <a:rPr lang="en-US" sz="1050" b="1" dirty="0"/>
              <a:t> Orden.</a:t>
            </a:r>
          </a:p>
        </p:txBody>
      </p: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72723235-9616-493F-BCDE-382FCD40664A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3131840" y="2780932"/>
            <a:ext cx="144016" cy="7546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DA97338-87A2-4267-80DB-9A4464E189B5}"/>
              </a:ext>
            </a:extLst>
          </p:cNvPr>
          <p:cNvSpPr txBox="1"/>
          <p:nvPr/>
        </p:nvSpPr>
        <p:spPr>
          <a:xfrm>
            <a:off x="3995936" y="2959060"/>
            <a:ext cx="2592288" cy="253916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50" b="1" dirty="0" err="1"/>
              <a:t>Listado</a:t>
            </a:r>
            <a:r>
              <a:rPr lang="en-US" sz="1050" b="1" dirty="0"/>
              <a:t> de </a:t>
            </a:r>
            <a:r>
              <a:rPr lang="en-US" sz="1050" b="1" dirty="0" err="1"/>
              <a:t>defectos</a:t>
            </a:r>
            <a:r>
              <a:rPr lang="en-US" sz="1050" b="1" dirty="0"/>
              <a:t> de la Orden.</a:t>
            </a:r>
          </a:p>
        </p:txBody>
      </p:sp>
    </p:spTree>
    <p:extLst>
      <p:ext uri="{BB962C8B-B14F-4D97-AF65-F5344CB8AC3E}">
        <p14:creationId xmlns:p14="http://schemas.microsoft.com/office/powerpoint/2010/main" val="4069111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11453</TotalTime>
  <Words>147</Words>
  <Application>Microsoft Office PowerPoint</Application>
  <PresentationFormat>Presentación en pantalla (4:3)</PresentationFormat>
  <Paragraphs>16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270</cp:revision>
  <dcterms:created xsi:type="dcterms:W3CDTF">2019-09-04T16:36:39Z</dcterms:created>
  <dcterms:modified xsi:type="dcterms:W3CDTF">2021-12-13T14:55:48Z</dcterms:modified>
</cp:coreProperties>
</file>