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344" r:id="rId2"/>
    <p:sldId id="415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F1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343" autoAdjust="0"/>
  </p:normalViewPr>
  <p:slideViewPr>
    <p:cSldViewPr>
      <p:cViewPr varScale="1">
        <p:scale>
          <a:sx n="112" d="100"/>
          <a:sy n="112" d="100"/>
        </p:scale>
        <p:origin x="158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7B1792-3256-4E77-8442-3E205CD69EF5}" type="datetimeFigureOut">
              <a:rPr lang="en-US" smtClean="0"/>
              <a:t>12/6/2021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A94EBC-6D71-45FE-903C-8A150E9C6E3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3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12/6/2021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711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12/6/2021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607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12/6/2021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656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12/6/2021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953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12/6/2021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229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12/6/2021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265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12/6/2021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497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12/6/2021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216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12/6/2021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867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12/6/2021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161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12/6/2021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085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13000" r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558649-2619-44F9-8F30-2D6466E57529}" type="datetimeFigureOut">
              <a:rPr lang="en-US" smtClean="0"/>
              <a:t>12/6/2021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506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187624" y="256490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b="1" dirty="0">
                <a:latin typeface="Century Gothic" panose="020B0502020202020204" pitchFamily="34" charset="0"/>
              </a:rPr>
              <a:t>29/11/2021 – 03/12/2021</a:t>
            </a:r>
            <a:endParaRPr lang="es-MX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90757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02630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 err="1">
                <a:solidFill>
                  <a:srgbClr val="3F1900"/>
                </a:solidFill>
              </a:rPr>
              <a:t>Quality</a:t>
            </a:r>
            <a:r>
              <a:rPr lang="es-ES" sz="2000" dirty="0">
                <a:solidFill>
                  <a:srgbClr val="3F1900"/>
                </a:solidFill>
              </a:rPr>
              <a:t> </a:t>
            </a:r>
            <a:r>
              <a:rPr lang="es-ES" sz="2000" dirty="0" err="1">
                <a:solidFill>
                  <a:srgbClr val="3F1900"/>
                </a:solidFill>
              </a:rPr>
              <a:t>Rejects</a:t>
            </a:r>
            <a:r>
              <a:rPr lang="es-ES" sz="2000" dirty="0">
                <a:solidFill>
                  <a:srgbClr val="3F1900"/>
                </a:solidFill>
              </a:rPr>
              <a:t>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F1A6E0C6-DADC-4B10-8F5F-048CE74BBF1F}"/>
              </a:ext>
            </a:extLst>
          </p:cNvPr>
          <p:cNvSpPr/>
          <p:nvPr/>
        </p:nvSpPr>
        <p:spPr>
          <a:xfrm>
            <a:off x="1115616" y="980728"/>
            <a:ext cx="795637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 Se rediseño pantalla para su mejor funcionamiento</a:t>
            </a:r>
            <a:r>
              <a:rPr lang="es-E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.</a:t>
            </a:r>
            <a:endParaRPr lang="es-ES" sz="1200" b="0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A625BE9-8895-4240-A92E-09B68819BF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1412776"/>
            <a:ext cx="7956376" cy="540060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9F002C2E-3ACE-4669-AB54-A82C548C63D6}"/>
              </a:ext>
            </a:extLst>
          </p:cNvPr>
          <p:cNvSpPr txBox="1"/>
          <p:nvPr/>
        </p:nvSpPr>
        <p:spPr>
          <a:xfrm>
            <a:off x="4860032" y="1573342"/>
            <a:ext cx="3744416" cy="415498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050" b="1" dirty="0" err="1"/>
              <a:t>Seccion</a:t>
            </a:r>
            <a:r>
              <a:rPr lang="en-US" sz="1050" b="1" dirty="0"/>
              <a:t> de </a:t>
            </a:r>
            <a:r>
              <a:rPr lang="en-US" sz="1050" b="1" dirty="0" err="1"/>
              <a:t>Filtros</a:t>
            </a:r>
            <a:r>
              <a:rPr lang="en-US" sz="1050" b="1" dirty="0"/>
              <a:t> y </a:t>
            </a:r>
            <a:r>
              <a:rPr lang="en-US" sz="1050" b="1" dirty="0" err="1"/>
              <a:t>botones</a:t>
            </a:r>
            <a:r>
              <a:rPr lang="en-US" sz="1050" b="1" dirty="0"/>
              <a:t> para </a:t>
            </a:r>
            <a:r>
              <a:rPr lang="en-US" sz="1050" b="1" dirty="0" err="1"/>
              <a:t>reporte</a:t>
            </a:r>
            <a:r>
              <a:rPr lang="en-US" sz="1050" b="1" dirty="0"/>
              <a:t> de auditoria final, </a:t>
            </a:r>
            <a:r>
              <a:rPr lang="en-US" sz="1050" b="1" dirty="0" err="1"/>
              <a:t>defectos</a:t>
            </a:r>
            <a:r>
              <a:rPr lang="en-US" sz="1050" b="1" dirty="0"/>
              <a:t> y </a:t>
            </a:r>
            <a:r>
              <a:rPr lang="en-US" sz="1050" b="1" dirty="0" err="1"/>
              <a:t>resumen</a:t>
            </a:r>
            <a:r>
              <a:rPr lang="en-US" sz="1050" b="1" dirty="0"/>
              <a:t> </a:t>
            </a:r>
            <a:r>
              <a:rPr lang="en-US" sz="1050" b="1" dirty="0" err="1"/>
              <a:t>anual</a:t>
            </a:r>
            <a:r>
              <a:rPr lang="en-US" sz="1050" b="1" dirty="0"/>
              <a:t> de PPM’S.</a:t>
            </a:r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4A4D9454-6F1C-4944-A988-3AD31A4BAB5A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4067944" y="1781091"/>
            <a:ext cx="792088" cy="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F0652A4-91B4-47A6-81AC-985FD9BD1941}"/>
              </a:ext>
            </a:extLst>
          </p:cNvPr>
          <p:cNvSpPr txBox="1"/>
          <p:nvPr/>
        </p:nvSpPr>
        <p:spPr>
          <a:xfrm>
            <a:off x="6876256" y="2175247"/>
            <a:ext cx="1800200" cy="415498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050" b="1" dirty="0" err="1"/>
              <a:t>Sección</a:t>
            </a:r>
            <a:r>
              <a:rPr lang="en-US" sz="1050" b="1" dirty="0"/>
              <a:t> de </a:t>
            </a:r>
            <a:r>
              <a:rPr lang="en-US" sz="1050" b="1" dirty="0" err="1"/>
              <a:t>lotes</a:t>
            </a:r>
            <a:r>
              <a:rPr lang="en-US" sz="1050" b="1" dirty="0"/>
              <a:t> cortados </a:t>
            </a:r>
            <a:r>
              <a:rPr lang="en-US" sz="1050" b="1" dirty="0" err="1"/>
              <a:t>en</a:t>
            </a:r>
            <a:r>
              <a:rPr lang="en-US" sz="1050" b="1" dirty="0"/>
              <a:t> la Orden.</a:t>
            </a:r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EDB0D253-D9D7-44DF-B280-BA9098BF3E71}"/>
              </a:ext>
            </a:extLst>
          </p:cNvPr>
          <p:cNvCxnSpPr>
            <a:cxnSpLocks/>
            <a:stCxn id="14" idx="1"/>
          </p:cNvCxnSpPr>
          <p:nvPr/>
        </p:nvCxnSpPr>
        <p:spPr>
          <a:xfrm flipH="1">
            <a:off x="6084168" y="2382996"/>
            <a:ext cx="792088" cy="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" name="CuadroTexto 17">
            <a:extLst>
              <a:ext uri="{FF2B5EF4-FFF2-40B4-BE49-F238E27FC236}">
                <a16:creationId xmlns:a16="http://schemas.microsoft.com/office/drawing/2014/main" id="{0387E807-135F-46B0-96A7-CAC9DABA2764}"/>
              </a:ext>
            </a:extLst>
          </p:cNvPr>
          <p:cNvSpPr txBox="1"/>
          <p:nvPr/>
        </p:nvSpPr>
        <p:spPr>
          <a:xfrm>
            <a:off x="1115616" y="2648649"/>
            <a:ext cx="2016224" cy="415498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050" b="1" dirty="0" err="1"/>
              <a:t>Sección</a:t>
            </a:r>
            <a:r>
              <a:rPr lang="en-US" sz="1050" b="1" dirty="0"/>
              <a:t> para </a:t>
            </a:r>
            <a:r>
              <a:rPr lang="en-US" sz="1050" b="1" dirty="0" err="1"/>
              <a:t>agregar</a:t>
            </a:r>
            <a:r>
              <a:rPr lang="en-US" sz="1050" b="1" dirty="0"/>
              <a:t>, </a:t>
            </a:r>
            <a:r>
              <a:rPr lang="en-US" sz="1050" b="1" dirty="0" err="1"/>
              <a:t>modificar</a:t>
            </a:r>
            <a:r>
              <a:rPr lang="en-US" sz="1050" b="1" dirty="0"/>
              <a:t> y </a:t>
            </a:r>
            <a:r>
              <a:rPr lang="en-US" sz="1050" b="1" dirty="0" err="1"/>
              <a:t>liberar</a:t>
            </a:r>
            <a:r>
              <a:rPr lang="en-US" sz="1050" b="1" dirty="0"/>
              <a:t> Orden.</a:t>
            </a:r>
          </a:p>
        </p:txBody>
      </p: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72723235-9616-493F-BCDE-382FCD40664A}"/>
              </a:ext>
            </a:extLst>
          </p:cNvPr>
          <p:cNvCxnSpPr>
            <a:cxnSpLocks/>
            <a:stCxn id="18" idx="3"/>
          </p:cNvCxnSpPr>
          <p:nvPr/>
        </p:nvCxnSpPr>
        <p:spPr>
          <a:xfrm flipV="1">
            <a:off x="3131840" y="2780932"/>
            <a:ext cx="144016" cy="75466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5" name="CuadroTexto 34">
            <a:extLst>
              <a:ext uri="{FF2B5EF4-FFF2-40B4-BE49-F238E27FC236}">
                <a16:creationId xmlns:a16="http://schemas.microsoft.com/office/drawing/2014/main" id="{0DA97338-87A2-4267-80DB-9A4464E189B5}"/>
              </a:ext>
            </a:extLst>
          </p:cNvPr>
          <p:cNvSpPr txBox="1"/>
          <p:nvPr/>
        </p:nvSpPr>
        <p:spPr>
          <a:xfrm>
            <a:off x="3995936" y="2959060"/>
            <a:ext cx="2592288" cy="253916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050" b="1" dirty="0" err="1"/>
              <a:t>Listado</a:t>
            </a:r>
            <a:r>
              <a:rPr lang="en-US" sz="1050" b="1" dirty="0"/>
              <a:t> de </a:t>
            </a:r>
            <a:r>
              <a:rPr lang="en-US" sz="1050" b="1" dirty="0" err="1"/>
              <a:t>defectos</a:t>
            </a:r>
            <a:r>
              <a:rPr lang="en-US" sz="1050" b="1" dirty="0"/>
              <a:t> de la Orden.</a:t>
            </a:r>
          </a:p>
        </p:txBody>
      </p:sp>
    </p:spTree>
    <p:extLst>
      <p:ext uri="{BB962C8B-B14F-4D97-AF65-F5344CB8AC3E}">
        <p14:creationId xmlns:p14="http://schemas.microsoft.com/office/powerpoint/2010/main" val="9417441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11427</TotalTime>
  <Words>57</Words>
  <Application>Microsoft Office PowerPoint</Application>
  <PresentationFormat>Presentación en pantalla (4:3)</PresentationFormat>
  <Paragraphs>7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7" baseType="lpstr">
      <vt:lpstr>Arial</vt:lpstr>
      <vt:lpstr>Calibri</vt:lpstr>
      <vt:lpstr>Century Gothic</vt:lpstr>
      <vt:lpstr>Segoe UI</vt:lpstr>
      <vt:lpstr>Office Theme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AX DE LA ROSA</dc:creator>
  <cp:lastModifiedBy>Francisco Esteban</cp:lastModifiedBy>
  <cp:revision>265</cp:revision>
  <dcterms:created xsi:type="dcterms:W3CDTF">2019-09-04T16:36:39Z</dcterms:created>
  <dcterms:modified xsi:type="dcterms:W3CDTF">2021-12-06T14:43:45Z</dcterms:modified>
</cp:coreProperties>
</file>