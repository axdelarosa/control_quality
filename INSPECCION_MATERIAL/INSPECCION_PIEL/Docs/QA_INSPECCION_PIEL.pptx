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97" r:id="rId2"/>
    <p:sldId id="419" r:id="rId3"/>
    <p:sldId id="420" r:id="rId4"/>
    <p:sldId id="42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>
        <p:scale>
          <a:sx n="100" d="100"/>
          <a:sy n="100" d="100"/>
        </p:scale>
        <p:origin x="2040" y="3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20/03/2021 – 26/03/2021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B0E9D5FE-D1F5-4ED4-8124-FDD8B2BC2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98854"/>
            <a:ext cx="7776864" cy="5242514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a Pantalla Configuración de inspección de Material dos tipos de inspección: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Gross/Thickness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y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Suavidad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estos tipos son específicamente para inspeccionar Piel.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D4AF46-8030-4DE9-B17F-2B1C03526A28}"/>
              </a:ext>
            </a:extLst>
          </p:cNvPr>
          <p:cNvSpPr/>
          <p:nvPr/>
        </p:nvSpPr>
        <p:spPr>
          <a:xfrm>
            <a:off x="1691680" y="3717032"/>
            <a:ext cx="7920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pantalla que mostrara los Lotes pendientes de inspeccionar así como los que ya fueron inspeccionados, al dar Click sobre un registro se mostrara la siguiente Ficha.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E92678C9-02EC-43B2-A6F1-7BF9863ACE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0"/>
          <a:stretch/>
        </p:blipFill>
        <p:spPr>
          <a:xfrm>
            <a:off x="1259632" y="1526477"/>
            <a:ext cx="7704856" cy="521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0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Ficha que permitirá capturar los datos de la pieles inspeccionadas.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A553A646-41F9-463D-8D9A-9DC0C154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341810"/>
            <a:ext cx="7776864" cy="539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5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11416</TotalTime>
  <Words>94</Words>
  <Application>Microsoft Office PowerPoint</Application>
  <PresentationFormat>Presentación en pantalla (4:3)</PresentationFormat>
  <Paragraphs>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242</cp:revision>
  <dcterms:created xsi:type="dcterms:W3CDTF">2019-09-04T16:36:39Z</dcterms:created>
  <dcterms:modified xsi:type="dcterms:W3CDTF">2021-03-26T22:31:47Z</dcterms:modified>
</cp:coreProperties>
</file>