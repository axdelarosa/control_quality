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97" r:id="rId2"/>
    <p:sldId id="418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 varScale="1">
        <p:scale>
          <a:sx n="114" d="100"/>
          <a:sy n="114" d="100"/>
        </p:scale>
        <p:origin x="165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26/07/2021 – 30/07/2021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Captura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Header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9" name="Imagen 8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224100A-EB42-4F9D-BF34-7621B57E4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21326"/>
            <a:ext cx="8056592" cy="529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1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Symptom(s).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696F5BF-7853-451B-A95D-91B8BF2B19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2"/>
          <a:stretch/>
        </p:blipFill>
        <p:spPr>
          <a:xfrm>
            <a:off x="1087408" y="1556798"/>
            <a:ext cx="8056592" cy="502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9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Team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EF0E6F2-976A-4B2B-A055-191BC1759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0111"/>
            <a:ext cx="8056592" cy="530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Problem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8E17016-B371-453D-AF35-EC774A494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0111"/>
            <a:ext cx="8056592" cy="530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74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Containment Action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C2CCEC0-E2F1-43DB-920B-6D52C77EC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42919"/>
            <a:ext cx="8056592" cy="527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9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Root Cause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230F4A2C-34EF-43E7-973E-ECFBE1AE1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6792"/>
            <a:ext cx="8056592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4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Corrective Action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FE0CD6A-737E-4E30-98ED-E69B5C7DF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6792"/>
            <a:ext cx="8056592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4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Prevention of Ocurrence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E3AC069-5C8A-4192-AA18-31495B1E6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6792"/>
            <a:ext cx="8056592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4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Prevention Recommendation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4FC0D7C-B611-4C7A-A8E3-41E03EE72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6792"/>
            <a:ext cx="8056592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95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8D (Report Corrective Actions).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diseño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que permitirá capturar, guardar y visualizar información del Formato </a:t>
            </a:r>
            <a:r>
              <a:rPr lang="es-ES" sz="1200" b="1" dirty="0">
                <a:solidFill>
                  <a:srgbClr val="3F1900"/>
                </a:solidFill>
              </a:rPr>
              <a:t>8D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 Corrective Actions),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Captura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s-E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Recognition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9F71CD9-EC27-4F8F-A4E7-DFBA0BDA6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556792"/>
            <a:ext cx="8056592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4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11402</TotalTime>
  <Words>321</Words>
  <Application>Microsoft Office PowerPoint</Application>
  <PresentationFormat>Presentación en pantalla (4:3)</PresentationFormat>
  <Paragraphs>21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239</cp:revision>
  <dcterms:created xsi:type="dcterms:W3CDTF">2019-09-04T16:36:39Z</dcterms:created>
  <dcterms:modified xsi:type="dcterms:W3CDTF">2021-07-30T19:55:27Z</dcterms:modified>
</cp:coreProperties>
</file>