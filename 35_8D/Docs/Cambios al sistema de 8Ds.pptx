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67" r:id="rId3"/>
    <p:sldId id="269" r:id="rId4"/>
  </p:sldIdLst>
  <p:sldSz cx="10972800" cy="128016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3">
          <p15:clr>
            <a:srgbClr val="A4A3A4"/>
          </p15:clr>
        </p15:guide>
        <p15:guide id="2" pos="3456">
          <p15:clr>
            <a:srgbClr val="A4A3A4"/>
          </p15:clr>
        </p15:guide>
        <p15:guide id="3" pos="35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4302" autoAdjust="0"/>
  </p:normalViewPr>
  <p:slideViewPr>
    <p:cSldViewPr snapToGrid="0">
      <p:cViewPr varScale="1">
        <p:scale>
          <a:sx n="59" d="100"/>
          <a:sy n="59" d="100"/>
        </p:scale>
        <p:origin x="3096" y="84"/>
      </p:cViewPr>
      <p:guideLst>
        <p:guide orient="horz" pos="4033"/>
        <p:guide pos="3456"/>
        <p:guide pos="35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E4E8C-BB51-4E6B-BF81-E1A4DC7497E6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58975" y="685800"/>
            <a:ext cx="2940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262C1-4D5D-4078-AF64-0AF889F608E7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61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58975" y="685800"/>
            <a:ext cx="29400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262C1-4D5D-4078-AF64-0AF889F608E7}" type="slidenum">
              <a:rPr lang="es-MX" smtClean="0"/>
              <a:pPr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65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976796"/>
            <a:ext cx="9326880" cy="274404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7254240"/>
            <a:ext cx="768096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82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747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8226217"/>
            <a:ext cx="9326880" cy="254254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5425865"/>
            <a:ext cx="9326880" cy="28003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2987043"/>
            <a:ext cx="4846320" cy="84484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2987043"/>
            <a:ext cx="4846320" cy="844846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035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865544"/>
            <a:ext cx="4848226" cy="11942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4059767"/>
            <a:ext cx="4848226" cy="7375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1" y="2865544"/>
            <a:ext cx="4850130" cy="11942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1" y="4059767"/>
            <a:ext cx="4850130" cy="7375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01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454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866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9694"/>
            <a:ext cx="3609976" cy="21691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509696"/>
            <a:ext cx="6134100" cy="109258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2678856"/>
            <a:ext cx="3609976" cy="87566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37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8961121"/>
            <a:ext cx="6583680" cy="10579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1143846"/>
            <a:ext cx="6583680" cy="7680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10019031"/>
            <a:ext cx="6583680" cy="150240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31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187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512662"/>
            <a:ext cx="2468880" cy="1092284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512662"/>
            <a:ext cx="7223760" cy="1092284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189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12658"/>
            <a:ext cx="9875520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987043"/>
            <a:ext cx="9875520" cy="8448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11865190"/>
            <a:ext cx="25603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4DFD3-76C3-49B6-8542-A0785EBF14BF}" type="datetimeFigureOut">
              <a:rPr lang="es-MX" smtClean="0"/>
              <a:pPr/>
              <a:t>23/02/2022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11865190"/>
            <a:ext cx="34747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11865190"/>
            <a:ext cx="25603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3BE67-AD0B-4E26-BC3C-834D91A8999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148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/>
          <p:cNvSpPr txBox="1"/>
          <p:nvPr/>
        </p:nvSpPr>
        <p:spPr>
          <a:xfrm>
            <a:off x="2628305" y="1639"/>
            <a:ext cx="509770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 </a:t>
            </a:r>
            <a:r>
              <a:rPr lang="en-US" sz="2400" b="1" dirty="0" smtClean="0"/>
              <a:t>SISTEMA DE QUEJAS/SOLUCION DE PROBLEMAS.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11611" y="12246703"/>
            <a:ext cx="137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01/17/2022</a:t>
            </a:r>
          </a:p>
        </p:txBody>
      </p:sp>
      <p:sp>
        <p:nvSpPr>
          <p:cNvPr id="410" name="Flowchart: Terminator 409"/>
          <p:cNvSpPr/>
          <p:nvPr/>
        </p:nvSpPr>
        <p:spPr>
          <a:xfrm>
            <a:off x="1062083" y="126505"/>
            <a:ext cx="990600" cy="262732"/>
          </a:xfrm>
          <a:prstGeom prst="flowChartTerminator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SISTEMA 8D’s</a:t>
            </a:r>
            <a:endParaRPr lang="es-MX" sz="900" dirty="0"/>
          </a:p>
        </p:txBody>
      </p:sp>
      <p:sp>
        <p:nvSpPr>
          <p:cNvPr id="411" name="Flowchart: Process 410"/>
          <p:cNvSpPr/>
          <p:nvPr/>
        </p:nvSpPr>
        <p:spPr>
          <a:xfrm>
            <a:off x="825863" y="494192"/>
            <a:ext cx="1463040" cy="345578"/>
          </a:xfrm>
          <a:prstGeom prst="flowChartProcess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INFORMACION DE LA NO CONFORMIDAD.</a:t>
            </a:r>
            <a:endParaRPr lang="es-MX" sz="900" dirty="0">
              <a:solidFill>
                <a:schemeClr val="tx1"/>
              </a:solidFill>
            </a:endParaRPr>
          </a:p>
        </p:txBody>
      </p:sp>
      <p:cxnSp>
        <p:nvCxnSpPr>
          <p:cNvPr id="477" name="Elbow Connector 476"/>
          <p:cNvCxnSpPr>
            <a:stCxn id="3" idx="3"/>
            <a:endCxn id="61" idx="1"/>
          </p:cNvCxnSpPr>
          <p:nvPr/>
        </p:nvCxnSpPr>
        <p:spPr>
          <a:xfrm>
            <a:off x="2860168" y="4947171"/>
            <a:ext cx="652353" cy="3446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2853" y="4208507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0" y="4867022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1" name="TextBox 60"/>
          <p:cNvSpPr txBox="1"/>
          <p:nvPr/>
        </p:nvSpPr>
        <p:spPr>
          <a:xfrm>
            <a:off x="3512521" y="4553143"/>
            <a:ext cx="168813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 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GARANTIA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PORTAL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579" y="4656971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TextBox 65"/>
          <p:cNvSpPr txBox="1"/>
          <p:nvPr/>
        </p:nvSpPr>
        <p:spPr>
          <a:xfrm>
            <a:off x="7019294" y="5624497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cxnSp>
        <p:nvCxnSpPr>
          <p:cNvPr id="67" name="Elbow Connector 66"/>
          <p:cNvCxnSpPr>
            <a:stCxn id="61" idx="3"/>
            <a:endCxn id="164" idx="1"/>
          </p:cNvCxnSpPr>
          <p:nvPr/>
        </p:nvCxnSpPr>
        <p:spPr>
          <a:xfrm>
            <a:off x="5200651" y="5291807"/>
            <a:ext cx="409574" cy="4234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53726" y="1101401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55" y="1199396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6" name="TextBox 85"/>
          <p:cNvSpPr txBox="1"/>
          <p:nvPr/>
        </p:nvSpPr>
        <p:spPr>
          <a:xfrm>
            <a:off x="3512522" y="1799142"/>
            <a:ext cx="16881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cxnSp>
        <p:nvCxnSpPr>
          <p:cNvPr id="87" name="Elbow Connector 86"/>
          <p:cNvCxnSpPr>
            <a:stCxn id="75" idx="3"/>
            <a:endCxn id="86" idx="1"/>
          </p:cNvCxnSpPr>
          <p:nvPr/>
        </p:nvCxnSpPr>
        <p:spPr>
          <a:xfrm>
            <a:off x="2861041" y="1840065"/>
            <a:ext cx="651481" cy="2822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52854" y="2654954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3512521" y="3351727"/>
            <a:ext cx="16881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cxnSp>
        <p:nvCxnSpPr>
          <p:cNvPr id="93" name="Elbow Connector 92"/>
          <p:cNvCxnSpPr>
            <a:stCxn id="91" idx="3"/>
            <a:endCxn id="92" idx="1"/>
          </p:cNvCxnSpPr>
          <p:nvPr/>
        </p:nvCxnSpPr>
        <p:spPr>
          <a:xfrm>
            <a:off x="2860169" y="3393618"/>
            <a:ext cx="652352" cy="2812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7" y="3034790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2" name="Straight Arrow Connector 101"/>
          <p:cNvCxnSpPr>
            <a:stCxn id="411" idx="2"/>
            <a:endCxn id="75" idx="0"/>
          </p:cNvCxnSpPr>
          <p:nvPr/>
        </p:nvCxnSpPr>
        <p:spPr>
          <a:xfrm>
            <a:off x="1557383" y="839770"/>
            <a:ext cx="1" cy="2616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/>
          <p:cNvCxnSpPr>
            <a:stCxn id="108" idx="3"/>
            <a:endCxn id="110" idx="1"/>
          </p:cNvCxnSpPr>
          <p:nvPr/>
        </p:nvCxnSpPr>
        <p:spPr>
          <a:xfrm>
            <a:off x="2860168" y="6509271"/>
            <a:ext cx="652353" cy="3446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252853" y="5770607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09" name="Picture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0" y="6429122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3512521" y="6115243"/>
            <a:ext cx="168813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 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GARANTIA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PORTAL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579" y="6495296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7019294" y="7177072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cxnSp>
        <p:nvCxnSpPr>
          <p:cNvPr id="113" name="Elbow Connector 112"/>
          <p:cNvCxnSpPr>
            <a:stCxn id="110" idx="3"/>
            <a:endCxn id="167" idx="1"/>
          </p:cNvCxnSpPr>
          <p:nvPr/>
        </p:nvCxnSpPr>
        <p:spPr>
          <a:xfrm>
            <a:off x="5200651" y="6853907"/>
            <a:ext cx="407470" cy="4154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>
            <a:stCxn id="115" idx="3"/>
            <a:endCxn id="118" idx="1"/>
          </p:cNvCxnSpPr>
          <p:nvPr/>
        </p:nvCxnSpPr>
        <p:spPr>
          <a:xfrm>
            <a:off x="2869693" y="8061846"/>
            <a:ext cx="652353" cy="3446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62378" y="7323182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75" y="7981697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8" name="TextBox 117"/>
          <p:cNvSpPr txBox="1"/>
          <p:nvPr/>
        </p:nvSpPr>
        <p:spPr>
          <a:xfrm>
            <a:off x="3522046" y="7667818"/>
            <a:ext cx="168813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 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GARANTIA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PORTAL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19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104" y="8324096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0" name="TextBox 119"/>
          <p:cNvSpPr txBox="1"/>
          <p:nvPr/>
        </p:nvSpPr>
        <p:spPr>
          <a:xfrm>
            <a:off x="7019294" y="8729647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cxnSp>
        <p:nvCxnSpPr>
          <p:cNvPr id="121" name="Elbow Connector 120"/>
          <p:cNvCxnSpPr>
            <a:stCxn id="118" idx="3"/>
            <a:endCxn id="170" idx="1"/>
          </p:cNvCxnSpPr>
          <p:nvPr/>
        </p:nvCxnSpPr>
        <p:spPr>
          <a:xfrm>
            <a:off x="5210176" y="8406482"/>
            <a:ext cx="397213" cy="4154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/>
          <p:cNvCxnSpPr>
            <a:stCxn id="125" idx="3"/>
            <a:endCxn id="129" idx="1"/>
          </p:cNvCxnSpPr>
          <p:nvPr/>
        </p:nvCxnSpPr>
        <p:spPr>
          <a:xfrm>
            <a:off x="2860168" y="9614421"/>
            <a:ext cx="652353" cy="3446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252853" y="8875757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27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0" y="9534272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9" name="TextBox 128"/>
          <p:cNvSpPr txBox="1"/>
          <p:nvPr/>
        </p:nvSpPr>
        <p:spPr>
          <a:xfrm>
            <a:off x="3512521" y="9220393"/>
            <a:ext cx="168813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 OFICIAL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GARANTIA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PORTAL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31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579" y="10152896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3" name="TextBox 132"/>
          <p:cNvSpPr txBox="1"/>
          <p:nvPr/>
        </p:nvSpPr>
        <p:spPr>
          <a:xfrm>
            <a:off x="7027636" y="10279181"/>
            <a:ext cx="246557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PORTAL DE CLIENTE</a:t>
            </a:r>
          </a:p>
        </p:txBody>
      </p:sp>
      <p:cxnSp>
        <p:nvCxnSpPr>
          <p:cNvPr id="134" name="Elbow Connector 133"/>
          <p:cNvCxnSpPr>
            <a:stCxn id="129" idx="3"/>
            <a:endCxn id="173" idx="1"/>
          </p:cNvCxnSpPr>
          <p:nvPr/>
        </p:nvCxnSpPr>
        <p:spPr>
          <a:xfrm>
            <a:off x="5200651" y="9959057"/>
            <a:ext cx="406738" cy="41549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136" idx="3"/>
            <a:endCxn id="140" idx="1"/>
          </p:cNvCxnSpPr>
          <p:nvPr/>
        </p:nvCxnSpPr>
        <p:spPr>
          <a:xfrm>
            <a:off x="2860168" y="11166996"/>
            <a:ext cx="661877" cy="1960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52853" y="10428332"/>
            <a:ext cx="26073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INFORMATIVA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INTERNA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QUEJA DE CLIENTE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MEJORA CONTINUA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37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0" y="11363072"/>
            <a:ext cx="159167" cy="1469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0" name="TextBox 139"/>
          <p:cNvSpPr txBox="1"/>
          <p:nvPr/>
        </p:nvSpPr>
        <p:spPr>
          <a:xfrm>
            <a:off x="3522045" y="11039906"/>
            <a:ext cx="16881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8D’s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5 P’s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10225" y="5392055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LOG QUEJAS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08121" y="6946240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LOG QUEJAS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607389" y="8498815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LOG QUEJAS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07389" y="10051390"/>
            <a:ext cx="99417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LOG QUEJAS</a:t>
            </a:r>
          </a:p>
        </p:txBody>
      </p:sp>
      <p:cxnSp>
        <p:nvCxnSpPr>
          <p:cNvPr id="176" name="Elbow Connector 175"/>
          <p:cNvCxnSpPr>
            <a:stCxn id="164" idx="3"/>
            <a:endCxn id="66" idx="1"/>
          </p:cNvCxnSpPr>
          <p:nvPr/>
        </p:nvCxnSpPr>
        <p:spPr>
          <a:xfrm>
            <a:off x="6604402" y="5715221"/>
            <a:ext cx="414892" cy="2324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/>
          <p:cNvCxnSpPr>
            <a:stCxn id="167" idx="3"/>
            <a:endCxn id="112" idx="1"/>
          </p:cNvCxnSpPr>
          <p:nvPr/>
        </p:nvCxnSpPr>
        <p:spPr>
          <a:xfrm>
            <a:off x="6602298" y="7269406"/>
            <a:ext cx="416996" cy="2308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lbow Connector 183"/>
          <p:cNvCxnSpPr>
            <a:stCxn id="170" idx="3"/>
            <a:endCxn id="120" idx="1"/>
          </p:cNvCxnSpPr>
          <p:nvPr/>
        </p:nvCxnSpPr>
        <p:spPr>
          <a:xfrm>
            <a:off x="6601566" y="8821981"/>
            <a:ext cx="417728" cy="2308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/>
          <p:cNvCxnSpPr>
            <a:stCxn id="173" idx="3"/>
            <a:endCxn id="133" idx="1"/>
          </p:cNvCxnSpPr>
          <p:nvPr/>
        </p:nvCxnSpPr>
        <p:spPr>
          <a:xfrm>
            <a:off x="6601566" y="10374556"/>
            <a:ext cx="426070" cy="3662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428363" y="5868795"/>
            <a:ext cx="218306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Este </a:t>
            </a:r>
            <a:r>
              <a:rPr lang="en-US" dirty="0" err="1" smtClean="0">
                <a:solidFill>
                  <a:srgbClr val="FF0000"/>
                </a:solidFill>
              </a:rPr>
              <a:t>formato</a:t>
            </a:r>
            <a:r>
              <a:rPr lang="en-US" dirty="0" smtClean="0">
                <a:solidFill>
                  <a:srgbClr val="FF0000"/>
                </a:solidFill>
              </a:rPr>
              <a:t>, lo </a:t>
            </a:r>
            <a:r>
              <a:rPr lang="en-US" dirty="0" err="1" smtClean="0">
                <a:solidFill>
                  <a:srgbClr val="FF0000"/>
                </a:solidFill>
              </a:rPr>
              <a:t>hara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llegar</a:t>
            </a:r>
            <a:r>
              <a:rPr lang="en-US" dirty="0" smtClean="0">
                <a:solidFill>
                  <a:srgbClr val="FF0000"/>
                </a:solidFill>
              </a:rPr>
              <a:t> el </a:t>
            </a:r>
            <a:r>
              <a:rPr lang="en-US" dirty="0" err="1" smtClean="0">
                <a:solidFill>
                  <a:srgbClr val="FF0000"/>
                </a:solidFill>
              </a:rPr>
              <a:t>departamento</a:t>
            </a:r>
            <a:r>
              <a:rPr lang="en-US" dirty="0" smtClean="0">
                <a:solidFill>
                  <a:srgbClr val="FF0000"/>
                </a:solidFill>
              </a:rPr>
              <a:t> de </a:t>
            </a:r>
            <a:r>
              <a:rPr lang="en-US" dirty="0" err="1" smtClean="0">
                <a:solidFill>
                  <a:srgbClr val="FF0000"/>
                </a:solidFill>
              </a:rPr>
              <a:t>calidad</a:t>
            </a:r>
            <a:r>
              <a:rPr lang="en-US" dirty="0" smtClean="0">
                <a:solidFill>
                  <a:srgbClr val="FF0000"/>
                </a:solidFill>
              </a:rPr>
              <a:t> a </a:t>
            </a:r>
            <a:r>
              <a:rPr lang="en-US" dirty="0" err="1" smtClean="0">
                <a:solidFill>
                  <a:srgbClr val="FF0000"/>
                </a:solidFill>
              </a:rPr>
              <a:t>sistemas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7212334" y="5863512"/>
            <a:ext cx="705986" cy="503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6"/>
            <a:endCxn id="2" idx="1"/>
          </p:cNvCxnSpPr>
          <p:nvPr/>
        </p:nvCxnSpPr>
        <p:spPr>
          <a:xfrm>
            <a:off x="7918320" y="6115243"/>
            <a:ext cx="510043" cy="3537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57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 de </a:t>
            </a:r>
            <a:r>
              <a:rPr lang="en-US" dirty="0" err="1" smtClean="0"/>
              <a:t>quejas</a:t>
            </a:r>
            <a:r>
              <a:rPr lang="en-US" dirty="0" smtClean="0"/>
              <a:t> de </a:t>
            </a:r>
            <a:r>
              <a:rPr lang="en-US" dirty="0" err="1" smtClean="0"/>
              <a:t>cliente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85867"/>
              </p:ext>
            </p:extLst>
          </p:nvPr>
        </p:nvGraphicFramePr>
        <p:xfrm>
          <a:off x="1" y="2124071"/>
          <a:ext cx="10972798" cy="1447803"/>
        </p:xfrm>
        <a:graphic>
          <a:graphicData uri="http://schemas.openxmlformats.org/drawingml/2006/table">
            <a:tbl>
              <a:tblPr/>
              <a:tblGrid>
                <a:gridCol w="453707">
                  <a:extLst>
                    <a:ext uri="{9D8B030D-6E8A-4147-A177-3AD203B41FA5}">
                      <a16:colId xmlns:a16="http://schemas.microsoft.com/office/drawing/2014/main" val="4257665102"/>
                    </a:ext>
                  </a:extLst>
                </a:gridCol>
                <a:gridCol w="473751">
                  <a:extLst>
                    <a:ext uri="{9D8B030D-6E8A-4147-A177-3AD203B41FA5}">
                      <a16:colId xmlns:a16="http://schemas.microsoft.com/office/drawing/2014/main" val="1671380759"/>
                    </a:ext>
                  </a:extLst>
                </a:gridCol>
                <a:gridCol w="1858562">
                  <a:extLst>
                    <a:ext uri="{9D8B030D-6E8A-4147-A177-3AD203B41FA5}">
                      <a16:colId xmlns:a16="http://schemas.microsoft.com/office/drawing/2014/main" val="2741803556"/>
                    </a:ext>
                  </a:extLst>
                </a:gridCol>
                <a:gridCol w="510193">
                  <a:extLst>
                    <a:ext uri="{9D8B030D-6E8A-4147-A177-3AD203B41FA5}">
                      <a16:colId xmlns:a16="http://schemas.microsoft.com/office/drawing/2014/main" val="1392292203"/>
                    </a:ext>
                  </a:extLst>
                </a:gridCol>
                <a:gridCol w="575789">
                  <a:extLst>
                    <a:ext uri="{9D8B030D-6E8A-4147-A177-3AD203B41FA5}">
                      <a16:colId xmlns:a16="http://schemas.microsoft.com/office/drawing/2014/main" val="2553511836"/>
                    </a:ext>
                  </a:extLst>
                </a:gridCol>
                <a:gridCol w="758000">
                  <a:extLst>
                    <a:ext uri="{9D8B030D-6E8A-4147-A177-3AD203B41FA5}">
                      <a16:colId xmlns:a16="http://schemas.microsoft.com/office/drawing/2014/main" val="888136241"/>
                    </a:ext>
                  </a:extLst>
                </a:gridCol>
                <a:gridCol w="1180733">
                  <a:extLst>
                    <a:ext uri="{9D8B030D-6E8A-4147-A177-3AD203B41FA5}">
                      <a16:colId xmlns:a16="http://schemas.microsoft.com/office/drawing/2014/main" val="1125357007"/>
                    </a:ext>
                  </a:extLst>
                </a:gridCol>
                <a:gridCol w="561212">
                  <a:extLst>
                    <a:ext uri="{9D8B030D-6E8A-4147-A177-3AD203B41FA5}">
                      <a16:colId xmlns:a16="http://schemas.microsoft.com/office/drawing/2014/main" val="3781336392"/>
                    </a:ext>
                  </a:extLst>
                </a:gridCol>
                <a:gridCol w="619520">
                  <a:extLst>
                    <a:ext uri="{9D8B030D-6E8A-4147-A177-3AD203B41FA5}">
                      <a16:colId xmlns:a16="http://schemas.microsoft.com/office/drawing/2014/main" val="74807335"/>
                    </a:ext>
                  </a:extLst>
                </a:gridCol>
                <a:gridCol w="779867">
                  <a:extLst>
                    <a:ext uri="{9D8B030D-6E8A-4147-A177-3AD203B41FA5}">
                      <a16:colId xmlns:a16="http://schemas.microsoft.com/office/drawing/2014/main" val="1483372033"/>
                    </a:ext>
                  </a:extLst>
                </a:gridCol>
                <a:gridCol w="583079">
                  <a:extLst>
                    <a:ext uri="{9D8B030D-6E8A-4147-A177-3AD203B41FA5}">
                      <a16:colId xmlns:a16="http://schemas.microsoft.com/office/drawing/2014/main" val="3893369681"/>
                    </a:ext>
                  </a:extLst>
                </a:gridCol>
                <a:gridCol w="2618385">
                  <a:extLst>
                    <a:ext uri="{9D8B030D-6E8A-4147-A177-3AD203B41FA5}">
                      <a16:colId xmlns:a16="http://schemas.microsoft.com/office/drawing/2014/main" val="752364013"/>
                    </a:ext>
                  </a:extLst>
                </a:gridCol>
              </a:tblGrid>
              <a:tr h="20312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21" marR="4921" marT="49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716097"/>
                  </a:ext>
                </a:extLst>
              </a:tr>
              <a:tr h="4148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Incident date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 reported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Containment date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#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name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8D's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update date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Closing date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390467"/>
                  </a:ext>
                </a:extLst>
              </a:tr>
              <a:tr h="20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Magna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 marks in leather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E1CW-JYX9-5500-M1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WK JY FB LH W/AB DX9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21" marR="4921" marT="49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796816"/>
                  </a:ext>
                </a:extLst>
              </a:tr>
              <a:tr h="20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Yanfeng C.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Armrest leather peeling off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WL 74/75 JEEP G C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WL 74/75 Armrest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21" marR="4921" marT="49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806211"/>
                  </a:ext>
                </a:extLst>
              </a:tr>
              <a:tr h="20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Irvin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27-Jan-22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Damaged stitching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27-Jan-21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JL Summit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JL Summit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28-Jan-20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Closed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rechazada por Pearl Leather despues del analisis.</a:t>
                      </a:r>
                    </a:p>
                  </a:txBody>
                  <a:tcPr marL="4921" marR="4921" marT="49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483725"/>
                  </a:ext>
                </a:extLst>
              </a:tr>
              <a:tr h="20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Magna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15-Feb-22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Grain variation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 EL FSC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16-Feb-22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4921" marR="4921" marT="49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21" marR="4921" marT="492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19469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6320" y="4091940"/>
            <a:ext cx="5745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Este es el contenido del Log de quejas de cliente y como todo lo demás en el documento debe de estar en ingles.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30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0" y="512658"/>
            <a:ext cx="9875520" cy="2133600"/>
          </a:xfrm>
        </p:spPr>
        <p:txBody>
          <a:bodyPr/>
          <a:lstStyle/>
          <a:p>
            <a:r>
              <a:rPr lang="en-US" dirty="0" smtClean="0"/>
              <a:t>Sistema de </a:t>
            </a:r>
            <a:r>
              <a:rPr lang="en-US" dirty="0" err="1" smtClean="0"/>
              <a:t>quejas</a:t>
            </a:r>
            <a:r>
              <a:rPr lang="en-US" dirty="0" smtClean="0"/>
              <a:t> /  </a:t>
            </a:r>
            <a:r>
              <a:rPr lang="en-US" dirty="0" err="1" smtClean="0"/>
              <a:t>solución</a:t>
            </a:r>
            <a:r>
              <a:rPr lang="en-US" dirty="0" smtClean="0"/>
              <a:t> de </a:t>
            </a:r>
            <a:r>
              <a:rPr lang="en-US" dirty="0" err="1" smtClean="0"/>
              <a:t>problemas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236503" y="4497704"/>
            <a:ext cx="8499793" cy="3970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453877" y="3206426"/>
            <a:ext cx="14480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D3 Due date.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76" y="3576637"/>
            <a:ext cx="1448054" cy="2524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826" y="3586162"/>
            <a:ext cx="1448054" cy="2524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39777" y="3206426"/>
            <a:ext cx="14480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D6 Due date.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76" y="3586162"/>
            <a:ext cx="1448054" cy="2524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2827" y="3206426"/>
            <a:ext cx="14480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D8 Due 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6503" y="3206426"/>
            <a:ext cx="5154772" cy="719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6" idx="2"/>
          </p:cNvCxnSpPr>
          <p:nvPr/>
        </p:nvCxnSpPr>
        <p:spPr>
          <a:xfrm flipH="1">
            <a:off x="3876676" y="4349460"/>
            <a:ext cx="4824412" cy="1222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3"/>
            <a:endCxn id="16" idx="1"/>
          </p:cNvCxnSpPr>
          <p:nvPr/>
        </p:nvCxnSpPr>
        <p:spPr>
          <a:xfrm flipV="1">
            <a:off x="6391275" y="3472297"/>
            <a:ext cx="1200150" cy="940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91425" y="2595134"/>
            <a:ext cx="221932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 requiere insertar las fechas de vencimiento de cada “D” para seguimiento con avisos por correo.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864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302</Words>
  <Application>Microsoft Office PowerPoint</Application>
  <PresentationFormat>Custom</PresentationFormat>
  <Paragraphs>136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PowerPoint Presentation</vt:lpstr>
      <vt:lpstr>Log de quejas de cliente</vt:lpstr>
      <vt:lpstr>Sistema de quejas /  solución de problemas.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vivianac</dc:creator>
  <cp:lastModifiedBy>Mario Saenz</cp:lastModifiedBy>
  <cp:revision>223</cp:revision>
  <dcterms:created xsi:type="dcterms:W3CDTF">2020-03-02T17:58:21Z</dcterms:created>
  <dcterms:modified xsi:type="dcterms:W3CDTF">2022-02-23T20:51:09Z</dcterms:modified>
</cp:coreProperties>
</file>