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97" r:id="rId2"/>
    <p:sldId id="409" r:id="rId3"/>
    <p:sldId id="410" r:id="rId4"/>
    <p:sldId id="411" r:id="rId5"/>
    <p:sldId id="408" r:id="rId6"/>
    <p:sldId id="406" r:id="rId7"/>
    <p:sldId id="407" r:id="rId8"/>
    <p:sldId id="405" r:id="rId9"/>
    <p:sldId id="399" r:id="rId10"/>
    <p:sldId id="398" r:id="rId11"/>
    <p:sldId id="400" r:id="rId12"/>
    <p:sldId id="401" r:id="rId13"/>
    <p:sldId id="402" r:id="rId14"/>
    <p:sldId id="403" r:id="rId15"/>
    <p:sldId id="404" r:id="rId16"/>
    <p:sldId id="344" r:id="rId17"/>
    <p:sldId id="394" r:id="rId18"/>
    <p:sldId id="395" r:id="rId19"/>
    <p:sldId id="396" r:id="rId20"/>
    <p:sldId id="393" r:id="rId21"/>
    <p:sldId id="391" r:id="rId22"/>
    <p:sldId id="39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 varScale="1">
        <p:scale>
          <a:sx n="86" d="100"/>
          <a:sy n="86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17/09/2020 – 24/09/2020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SP en SQL para envió de correo para que la locación/departamento que corresponda le de disposición al material Inspeccionado.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E51E776-9E71-4EF7-938E-399E58F6E5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88" b="65508"/>
          <a:stretch/>
        </p:blipFill>
        <p:spPr>
          <a:xfrm>
            <a:off x="1331640" y="1863745"/>
            <a:ext cx="7488832" cy="2081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A62C477-5967-4F92-8F54-9C82B353BAC1}"/>
              </a:ext>
            </a:extLst>
          </p:cNvPr>
          <p:cNvSpPr txBox="1"/>
          <p:nvPr/>
        </p:nvSpPr>
        <p:spPr>
          <a:xfrm>
            <a:off x="3698074" y="1558545"/>
            <a:ext cx="174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Correo</a:t>
            </a:r>
            <a:r>
              <a:rPr lang="en-US" dirty="0">
                <a:highlight>
                  <a:srgbClr val="C0C0C0"/>
                </a:highlight>
              </a:rPr>
              <a:t> para MHI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2EAA65-5BAD-4634-A50B-0E2891331BB2}"/>
              </a:ext>
            </a:extLst>
          </p:cNvPr>
          <p:cNvSpPr txBox="1"/>
          <p:nvPr/>
        </p:nvSpPr>
        <p:spPr>
          <a:xfrm>
            <a:off x="3832261" y="4149080"/>
            <a:ext cx="1848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Correo</a:t>
            </a:r>
            <a:r>
              <a:rPr lang="en-US" dirty="0">
                <a:highlight>
                  <a:srgbClr val="C0C0C0"/>
                </a:highlight>
              </a:rPr>
              <a:t> para MQU</a:t>
            </a:r>
          </a:p>
        </p:txBody>
      </p:sp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17D19E45-0755-41AC-B526-2498F9BCB9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88" b="65507"/>
          <a:stretch/>
        </p:blipFill>
        <p:spPr>
          <a:xfrm>
            <a:off x="1440160" y="4437112"/>
            <a:ext cx="7380312" cy="20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13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agrego el botón y lógica para Imprimir Inspección a la Pantalla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principal de Inspeccionar Material en VB.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Imagen 5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91B84510-30FB-4DFA-94D9-7F332D3E0A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94"/>
          <a:stretch/>
        </p:blipFill>
        <p:spPr>
          <a:xfrm>
            <a:off x="1259633" y="1412776"/>
            <a:ext cx="7776864" cy="208647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7C0DBAF-5168-47E0-9B4A-AC7CFA12E206}"/>
              </a:ext>
            </a:extLst>
          </p:cNvPr>
          <p:cNvSpPr/>
          <p:nvPr/>
        </p:nvSpPr>
        <p:spPr>
          <a:xfrm>
            <a:off x="1547664" y="1556792"/>
            <a:ext cx="216024" cy="3211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8693E40-4BBC-4264-A12C-D98DFF46ADED}"/>
              </a:ext>
            </a:extLst>
          </p:cNvPr>
          <p:cNvSpPr/>
          <p:nvPr/>
        </p:nvSpPr>
        <p:spPr>
          <a:xfrm>
            <a:off x="1484040" y="3861048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Al dar </a:t>
            </a:r>
            <a:r>
              <a:rPr lang="es-ES" sz="1200" dirty="0" err="1">
                <a:solidFill>
                  <a:srgbClr val="222222"/>
                </a:solidFill>
                <a:latin typeface="Segoe UI" panose="020B0502040204020203" pitchFamily="34" charset="0"/>
              </a:rPr>
              <a:t>C</a:t>
            </a:r>
            <a:r>
              <a:rPr lang="es-ES" sz="1200" b="0" i="0" dirty="0" err="1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lick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en el botón de imprimir aparecerá una ventana donde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se mostraran </a:t>
            </a: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las diferentes opciones de impresión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Imagen 1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8508A776-D7BB-4B12-87ED-542B87873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4350929"/>
            <a:ext cx="4392488" cy="24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9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diseñaron los reportes  en VB y lógica en SQL para cargar la información en los reportes que se imprimirán dependiendo de la opción seleccionada en la pantalla de opciones de impresión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 descr="Una captura de pantalla de una red social&#10;&#10;Descripción generada automáticamente">
            <a:extLst>
              <a:ext uri="{FF2B5EF4-FFF2-40B4-BE49-F238E27FC236}">
                <a16:creationId xmlns:a16="http://schemas.microsoft.com/office/drawing/2014/main" id="{4392DABC-A333-4F6B-839F-CF513FD9F3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66"/>
          <a:stretch/>
        </p:blipFill>
        <p:spPr>
          <a:xfrm>
            <a:off x="1187624" y="1793888"/>
            <a:ext cx="7776864" cy="20671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CA0104C-1AAA-46F7-AE3C-0731E7E14885}"/>
              </a:ext>
            </a:extLst>
          </p:cNvPr>
          <p:cNvSpPr txBox="1"/>
          <p:nvPr/>
        </p:nvSpPr>
        <p:spPr>
          <a:xfrm>
            <a:off x="1768605" y="1558545"/>
            <a:ext cx="648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1:Imprimir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por </a:t>
            </a:r>
            <a:r>
              <a:rPr lang="en-US" dirty="0" err="1">
                <a:highlight>
                  <a:srgbClr val="C0C0C0"/>
                </a:highlight>
              </a:rPr>
              <a:t>Pedido</a:t>
            </a:r>
            <a:endParaRPr lang="en-US" dirty="0">
              <a:highlight>
                <a:srgbClr val="C0C0C0"/>
              </a:highlight>
            </a:endParaRPr>
          </a:p>
        </p:txBody>
      </p:sp>
      <p:pic>
        <p:nvPicPr>
          <p:cNvPr id="15" name="Imagen 1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A8564A4F-2C84-43A9-AE78-C86705CA7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15"/>
          <a:stretch/>
        </p:blipFill>
        <p:spPr>
          <a:xfrm>
            <a:off x="1187625" y="4209314"/>
            <a:ext cx="7776864" cy="187609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DF093F2-E39C-4900-9111-57D4FE9678B8}"/>
              </a:ext>
            </a:extLst>
          </p:cNvPr>
          <p:cNvSpPr txBox="1"/>
          <p:nvPr/>
        </p:nvSpPr>
        <p:spPr>
          <a:xfrm>
            <a:off x="1691681" y="3933056"/>
            <a:ext cx="7281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2:Imprimir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por No. </a:t>
            </a:r>
            <a:r>
              <a:rPr lang="en-US" dirty="0" err="1">
                <a:highlight>
                  <a:srgbClr val="C0C0C0"/>
                </a:highlight>
              </a:rPr>
              <a:t>Parte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47420D4-21C3-420F-A1A3-BB010BEF4539}"/>
              </a:ext>
            </a:extLst>
          </p:cNvPr>
          <p:cNvSpPr txBox="1"/>
          <p:nvPr/>
        </p:nvSpPr>
        <p:spPr>
          <a:xfrm>
            <a:off x="1619673" y="6165304"/>
            <a:ext cx="640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C0C0C0"/>
                </a:highlight>
              </a:rPr>
              <a:t>Impresion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3:Imprimir </a:t>
            </a:r>
            <a:r>
              <a:rPr lang="en-US" dirty="0" err="1">
                <a:highlight>
                  <a:srgbClr val="C0C0C0"/>
                </a:highlight>
              </a:rPr>
              <a:t>Resultado</a:t>
            </a:r>
            <a:r>
              <a:rPr lang="en-US" dirty="0">
                <a:highlight>
                  <a:srgbClr val="C0C0C0"/>
                </a:highlight>
              </a:rPr>
              <a:t> de la </a:t>
            </a:r>
            <a:r>
              <a:rPr lang="en-US" dirty="0" err="1">
                <a:highlight>
                  <a:srgbClr val="C0C0C0"/>
                </a:highlight>
              </a:rPr>
              <a:t>inspeccion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r>
              <a:rPr lang="en-US" dirty="0" err="1">
                <a:highlight>
                  <a:srgbClr val="C0C0C0"/>
                </a:highlight>
              </a:rPr>
              <a:t>Completo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esta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opcion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imprimira</a:t>
            </a:r>
            <a:r>
              <a:rPr lang="en-US" dirty="0">
                <a:highlight>
                  <a:srgbClr val="C0C0C0"/>
                </a:highlight>
              </a:rPr>
              <a:t> los dos </a:t>
            </a:r>
            <a:r>
              <a:rPr lang="en-US" dirty="0" err="1">
                <a:highlight>
                  <a:srgbClr val="C0C0C0"/>
                </a:highlight>
              </a:rPr>
              <a:t>formatos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anteriores</a:t>
            </a:r>
            <a:r>
              <a:rPr lang="en-US" dirty="0">
                <a:highlight>
                  <a:srgbClr val="C0C0C0"/>
                </a:highlight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1200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11/09/2020 – 17/09/2020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44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en pantalla Autorización inspección para poder modificar el dato de la inspección previa autorización.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6" name="Picture 2" descr="C:\Users\Francisco Esteban\Documents\CONTROL_QUALITY\imagenes\Pantalla_autorizarV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7704856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Francisco Esteban\Documents\CONTROL_QUALITY\imagenes\Pantalla_autorizar_FICH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7024396" cy="263269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26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Para poder guardar la información modificada pedirá una contraseña que solo tendrá el personal de calidad autorizado y toda acción realizada en esta pantalla quedara guardada en un log para poder dar seguimiento si se requiere.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Pantalla_autorizar_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736" y="1772816"/>
            <a:ext cx="766865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88224" y="4653136"/>
            <a:ext cx="648072" cy="4320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5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04/09/2020 – 10/09/2020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72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Pantalla para Mostrar/Listar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617854" cy="53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0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[Opción Múltiple].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_No_Par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8"/>
            <a:ext cx="7560840" cy="50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41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cada una de las inspecciones para el numero de parte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[Opción Evaluación].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No_Parte_op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7"/>
            <a:ext cx="7488832" cy="503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5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099" name="Picture 3" descr="C:\Users\Francisco Esteban\Documents\CONTROL_QUALITY\imagenes\LISTADO_ORDEN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628800"/>
            <a:ext cx="74888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851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122" name="Picture 2" descr="C:\Users\Francisco Esteban\Documents\CONTROL_QUALITY\imagenes\FICHA_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445054"/>
            <a:ext cx="7366896" cy="51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96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modifico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147" name="Picture 3" descr="C:\Users\Francisco Esteban\Documents\CONTROL_QUALITY\imagenes\FICHA_V3_opc_mu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503090"/>
            <a:ext cx="7488832" cy="5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8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Autorizar de manera manual los artículos/No. Parte con estatus </a:t>
            </a:r>
            <a:r>
              <a:rPr lang="es-ES" sz="1200" b="1" dirty="0">
                <a:solidFill>
                  <a:srgbClr val="222222"/>
                </a:solidFill>
                <a:latin typeface="Segoe UI" panose="020B0502040204020203" pitchFamily="34" charset="0"/>
              </a:rPr>
              <a:t>Rechazado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2499" r="52398" b="24785"/>
          <a:stretch/>
        </p:blipFill>
        <p:spPr bwMode="auto">
          <a:xfrm>
            <a:off x="1331640" y="1484784"/>
            <a:ext cx="7632848" cy="511256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 descr="C:\Users\Francisco Esteban\Documents\CONTROL_QUALITY\imagenes\Pantalla_autoriz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1"/>
          <a:stretch/>
        </p:blipFill>
        <p:spPr bwMode="auto">
          <a:xfrm>
            <a:off x="1412859" y="3717032"/>
            <a:ext cx="7488832" cy="309634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8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28/08/2020 – 03/09/2020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los porcentajes que tendrá la inspección y cada una de las opciones así como la sumatoria de los porcentajes para el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741650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20272" y="3501008"/>
            <a:ext cx="720080" cy="311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91680" y="4293096"/>
            <a:ext cx="532859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04248" y="4725144"/>
            <a:ext cx="14401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12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LISTADO_ORD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8"/>
            <a:ext cx="7416823" cy="518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901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INSPECC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7"/>
            <a:ext cx="748883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61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21/08/2020 – 27/08/2020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69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 los mostrar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458844" cy="519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98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creo Ficha para capturar revisiones/inspección que se le realizara al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22344"/>
            <a:ext cx="7634179" cy="52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9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11306</TotalTime>
  <Words>595</Words>
  <Application>Microsoft Office PowerPoint</Application>
  <PresentationFormat>Presentación en pantalla (4:3)</PresentationFormat>
  <Paragraphs>46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229</cp:revision>
  <dcterms:created xsi:type="dcterms:W3CDTF">2019-09-04T16:36:39Z</dcterms:created>
  <dcterms:modified xsi:type="dcterms:W3CDTF">2020-09-24T13:59:56Z</dcterms:modified>
</cp:coreProperties>
</file>