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397" r:id="rId2"/>
    <p:sldId id="413" r:id="rId3"/>
    <p:sldId id="414" r:id="rId4"/>
    <p:sldId id="415" r:id="rId5"/>
    <p:sldId id="416" r:id="rId6"/>
    <p:sldId id="412" r:id="rId7"/>
    <p:sldId id="409" r:id="rId8"/>
    <p:sldId id="410" r:id="rId9"/>
    <p:sldId id="411" r:id="rId10"/>
    <p:sldId id="408" r:id="rId11"/>
    <p:sldId id="406" r:id="rId12"/>
    <p:sldId id="407" r:id="rId13"/>
    <p:sldId id="405" r:id="rId14"/>
    <p:sldId id="399" r:id="rId15"/>
    <p:sldId id="398" r:id="rId16"/>
    <p:sldId id="400" r:id="rId17"/>
    <p:sldId id="401" r:id="rId18"/>
    <p:sldId id="402" r:id="rId19"/>
    <p:sldId id="403" r:id="rId20"/>
    <p:sldId id="404" r:id="rId21"/>
    <p:sldId id="344" r:id="rId22"/>
    <p:sldId id="394" r:id="rId23"/>
    <p:sldId id="395" r:id="rId24"/>
    <p:sldId id="396" r:id="rId25"/>
    <p:sldId id="393" r:id="rId26"/>
    <p:sldId id="391" r:id="rId27"/>
    <p:sldId id="392" r:id="rId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80" autoAdjust="0"/>
    <p:restoredTop sz="94343" autoAdjust="0"/>
  </p:normalViewPr>
  <p:slideViewPr>
    <p:cSldViewPr>
      <p:cViewPr>
        <p:scale>
          <a:sx n="100" d="100"/>
          <a:sy n="100" d="100"/>
        </p:scale>
        <p:origin x="1046" y="-5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10/16/2020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09/10/2020 – 16/10/2020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160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48883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modifico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Ficha para la captura de las inspecciones de los Materiales, se quito la parte de los porcentajes en las inspecciones y se dieron de alta dos tipos de inspecciones 1.- Decisión: te pide capturar un dato e independientemente del dato te da la opción de elegir aceptar o rechazar la inspección. y 2.- Test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Result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: te pide ingresar la ruta del archivo Test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Result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si no se ingresa la ruta rechaza la inspección del material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1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011FD842-883A-4188-85BC-680F95269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916832"/>
            <a:ext cx="7632848" cy="4880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961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48883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Cambio en Ficha Inspección de Material Recibido, inspección tipo Decisión.</a:t>
            </a:r>
            <a:endParaRPr lang="es-ES" sz="1200" b="1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" name="Imagen 4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65A4551A-2E1A-42C9-B9B8-9DE1E1A8F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632" y="1473752"/>
            <a:ext cx="7776864" cy="510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538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48883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Cambio en Ficha Inspección de Material Recibido, inspección tipo Test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Result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esta inspección debe de dar clic sobre el botón que tiene la lupa el cual abrirá el explorador de archivos, seleccionar el archivo test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result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ese material y dar clic en open automáticamente el sistema obtendrá la ruta del archivo.</a:t>
            </a:r>
            <a:endParaRPr lang="es-ES" sz="1200" b="1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710D0146-D72F-4F0E-83A6-841800FDDF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752" y="1843084"/>
            <a:ext cx="7846744" cy="4970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90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modifico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pantalla Autorización inspección, se agrego en la parte inferior el log de cambios que se le han realizado a la inspección para ese lote del Numero de parte especifico.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2261EE8B-3B2A-4130-AADF-1A62BE1321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128" y="1690724"/>
            <a:ext cx="7884368" cy="5050644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61B809D-2A7F-494D-83BF-9DE80C4CD4EA}"/>
              </a:ext>
            </a:extLst>
          </p:cNvPr>
          <p:cNvSpPr/>
          <p:nvPr/>
        </p:nvSpPr>
        <p:spPr>
          <a:xfrm>
            <a:off x="1152128" y="4653136"/>
            <a:ext cx="7884368" cy="17830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901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17/09/2020 – 24/09/2020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4682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SP en SQL para envió de correo para que la locación/departamento que corresponda le de disposición al material Inspeccionado.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3E51E776-9E71-4EF7-938E-399E58F6E59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288" b="65508"/>
          <a:stretch/>
        </p:blipFill>
        <p:spPr>
          <a:xfrm>
            <a:off x="1331640" y="1863745"/>
            <a:ext cx="7488832" cy="208192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9A62C477-5967-4F92-8F54-9C82B353BAC1}"/>
              </a:ext>
            </a:extLst>
          </p:cNvPr>
          <p:cNvSpPr txBox="1"/>
          <p:nvPr/>
        </p:nvSpPr>
        <p:spPr>
          <a:xfrm>
            <a:off x="3698074" y="1558545"/>
            <a:ext cx="1747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</a:rPr>
              <a:t>Correo</a:t>
            </a:r>
            <a:r>
              <a:rPr lang="en-US" dirty="0">
                <a:highlight>
                  <a:srgbClr val="C0C0C0"/>
                </a:highlight>
              </a:rPr>
              <a:t> para MHI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72EAA65-5BAD-4634-A50B-0E2891331BB2}"/>
              </a:ext>
            </a:extLst>
          </p:cNvPr>
          <p:cNvSpPr txBox="1"/>
          <p:nvPr/>
        </p:nvSpPr>
        <p:spPr>
          <a:xfrm>
            <a:off x="3832261" y="4149080"/>
            <a:ext cx="18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</a:rPr>
              <a:t>Correo</a:t>
            </a:r>
            <a:r>
              <a:rPr lang="en-US" dirty="0">
                <a:highlight>
                  <a:srgbClr val="C0C0C0"/>
                </a:highlight>
              </a:rPr>
              <a:t> para MQU</a:t>
            </a:r>
          </a:p>
        </p:txBody>
      </p:sp>
      <p:pic>
        <p:nvPicPr>
          <p:cNvPr id="7" name="Imagen 6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17D19E45-0755-41AC-B526-2498F9BCB9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288" b="65507"/>
          <a:stretch/>
        </p:blipFill>
        <p:spPr>
          <a:xfrm>
            <a:off x="1440160" y="4437112"/>
            <a:ext cx="7380312" cy="208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213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agrego el botón y lógica para Imprimir Inspección a la Pantalla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principal de Inspeccionar Material en VB.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6" name="Imagen 5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91B84510-30FB-4DFA-94D9-7F332D3E0A7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7594"/>
          <a:stretch/>
        </p:blipFill>
        <p:spPr>
          <a:xfrm>
            <a:off x="1259633" y="1412776"/>
            <a:ext cx="7776864" cy="2086479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F7C0DBAF-5168-47E0-9B4A-AC7CFA12E206}"/>
              </a:ext>
            </a:extLst>
          </p:cNvPr>
          <p:cNvSpPr/>
          <p:nvPr/>
        </p:nvSpPr>
        <p:spPr>
          <a:xfrm>
            <a:off x="1547664" y="1556792"/>
            <a:ext cx="216024" cy="32114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D8693E40-4BBC-4264-A12C-D98DFF46ADED}"/>
              </a:ext>
            </a:extLst>
          </p:cNvPr>
          <p:cNvSpPr/>
          <p:nvPr/>
        </p:nvSpPr>
        <p:spPr>
          <a:xfrm>
            <a:off x="1484040" y="386104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Al dar </a:t>
            </a:r>
            <a:r>
              <a:rPr lang="es-E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</a:t>
            </a:r>
            <a:r>
              <a:rPr lang="es-ES" sz="1200" b="0" i="0" dirty="0" err="1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lick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en el botón de imprimir aparecerá una ventana donde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mostraran 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las diferentes opciones de impresión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4" name="Imagen 13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8508A776-D7BB-4B12-87ED-542B878737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784" y="4350929"/>
            <a:ext cx="4392488" cy="2487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696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diseñaron los reportes  en VB y lógica en SQL para cargar la información en los reportes que se imprimirán dependiendo de la opción seleccionada en la pantalla de opciones de impresión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Una captura de pantalla de una red social&#10;&#10;Descripción generada automáticamente">
            <a:extLst>
              <a:ext uri="{FF2B5EF4-FFF2-40B4-BE49-F238E27FC236}">
                <a16:creationId xmlns:a16="http://schemas.microsoft.com/office/drawing/2014/main" id="{4392DABC-A333-4F6B-839F-CF513FD9F39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966"/>
          <a:stretch/>
        </p:blipFill>
        <p:spPr>
          <a:xfrm>
            <a:off x="1187624" y="1793888"/>
            <a:ext cx="7776864" cy="206716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CA0104C-1AAA-46F7-AE3C-0731E7E14885}"/>
              </a:ext>
            </a:extLst>
          </p:cNvPr>
          <p:cNvSpPr txBox="1"/>
          <p:nvPr/>
        </p:nvSpPr>
        <p:spPr>
          <a:xfrm>
            <a:off x="1768605" y="1558545"/>
            <a:ext cx="6484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</a:rPr>
              <a:t>Impresion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opcion</a:t>
            </a:r>
            <a:r>
              <a:rPr lang="en-US" dirty="0">
                <a:highlight>
                  <a:srgbClr val="C0C0C0"/>
                </a:highlight>
              </a:rPr>
              <a:t> 1:Imprimir </a:t>
            </a:r>
            <a:r>
              <a:rPr lang="en-US" dirty="0" err="1">
                <a:highlight>
                  <a:srgbClr val="C0C0C0"/>
                </a:highlight>
              </a:rPr>
              <a:t>Resultado</a:t>
            </a:r>
            <a:r>
              <a:rPr lang="en-US" dirty="0">
                <a:highlight>
                  <a:srgbClr val="C0C0C0"/>
                </a:highlight>
              </a:rPr>
              <a:t> de la </a:t>
            </a:r>
            <a:r>
              <a:rPr lang="en-US" dirty="0" err="1">
                <a:highlight>
                  <a:srgbClr val="C0C0C0"/>
                </a:highlight>
              </a:rPr>
              <a:t>inspeccion</a:t>
            </a:r>
            <a:r>
              <a:rPr lang="en-US" dirty="0">
                <a:highlight>
                  <a:srgbClr val="C0C0C0"/>
                </a:highlight>
              </a:rPr>
              <a:t> por </a:t>
            </a:r>
            <a:r>
              <a:rPr lang="en-US" dirty="0" err="1">
                <a:highlight>
                  <a:srgbClr val="C0C0C0"/>
                </a:highlight>
              </a:rPr>
              <a:t>Pedido</a:t>
            </a:r>
            <a:endParaRPr lang="en-US" dirty="0">
              <a:highlight>
                <a:srgbClr val="C0C0C0"/>
              </a:highlight>
            </a:endParaRPr>
          </a:p>
        </p:txBody>
      </p:sp>
      <p:pic>
        <p:nvPicPr>
          <p:cNvPr id="15" name="Imagen 14" descr="Captura de pantalla de un celular&#10;&#10;Descripción generada automáticamente">
            <a:extLst>
              <a:ext uri="{FF2B5EF4-FFF2-40B4-BE49-F238E27FC236}">
                <a16:creationId xmlns:a16="http://schemas.microsoft.com/office/drawing/2014/main" id="{A8564A4F-2C84-43A9-AE78-C86705CA72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815"/>
          <a:stretch/>
        </p:blipFill>
        <p:spPr>
          <a:xfrm>
            <a:off x="1187625" y="4209314"/>
            <a:ext cx="7776864" cy="1876092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5DF093F2-E39C-4900-9111-57D4FE9678B8}"/>
              </a:ext>
            </a:extLst>
          </p:cNvPr>
          <p:cNvSpPr txBox="1"/>
          <p:nvPr/>
        </p:nvSpPr>
        <p:spPr>
          <a:xfrm>
            <a:off x="1691681" y="3933056"/>
            <a:ext cx="7281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</a:rPr>
              <a:t>Impresion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opcion</a:t>
            </a:r>
            <a:r>
              <a:rPr lang="en-US" dirty="0">
                <a:highlight>
                  <a:srgbClr val="C0C0C0"/>
                </a:highlight>
              </a:rPr>
              <a:t> 2:Imprimir </a:t>
            </a:r>
            <a:r>
              <a:rPr lang="en-US" dirty="0" err="1">
                <a:highlight>
                  <a:srgbClr val="C0C0C0"/>
                </a:highlight>
              </a:rPr>
              <a:t>Resultado</a:t>
            </a:r>
            <a:r>
              <a:rPr lang="en-US" dirty="0">
                <a:highlight>
                  <a:srgbClr val="C0C0C0"/>
                </a:highlight>
              </a:rPr>
              <a:t> de la </a:t>
            </a:r>
            <a:r>
              <a:rPr lang="en-US" dirty="0" err="1">
                <a:highlight>
                  <a:srgbClr val="C0C0C0"/>
                </a:highlight>
              </a:rPr>
              <a:t>inspeccion</a:t>
            </a:r>
            <a:r>
              <a:rPr lang="en-US" dirty="0">
                <a:highlight>
                  <a:srgbClr val="C0C0C0"/>
                </a:highlight>
              </a:rPr>
              <a:t> por No. </a:t>
            </a:r>
            <a:r>
              <a:rPr lang="en-US" dirty="0" err="1">
                <a:highlight>
                  <a:srgbClr val="C0C0C0"/>
                </a:highlight>
              </a:rPr>
              <a:t>Parte</a:t>
            </a:r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47420D4-21C3-420F-A1A3-BB010BEF4539}"/>
              </a:ext>
            </a:extLst>
          </p:cNvPr>
          <p:cNvSpPr txBox="1"/>
          <p:nvPr/>
        </p:nvSpPr>
        <p:spPr>
          <a:xfrm>
            <a:off x="1619673" y="6165304"/>
            <a:ext cx="640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highlight>
                  <a:srgbClr val="C0C0C0"/>
                </a:highlight>
              </a:rPr>
              <a:t>Impresion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opcion</a:t>
            </a:r>
            <a:r>
              <a:rPr lang="en-US" dirty="0">
                <a:highlight>
                  <a:srgbClr val="C0C0C0"/>
                </a:highlight>
              </a:rPr>
              <a:t> 3:Imprimir </a:t>
            </a:r>
            <a:r>
              <a:rPr lang="en-US" dirty="0" err="1">
                <a:highlight>
                  <a:srgbClr val="C0C0C0"/>
                </a:highlight>
              </a:rPr>
              <a:t>Resultado</a:t>
            </a:r>
            <a:r>
              <a:rPr lang="en-US" dirty="0">
                <a:highlight>
                  <a:srgbClr val="C0C0C0"/>
                </a:highlight>
              </a:rPr>
              <a:t> de la </a:t>
            </a:r>
            <a:r>
              <a:rPr lang="en-US" dirty="0" err="1">
                <a:highlight>
                  <a:srgbClr val="C0C0C0"/>
                </a:highlight>
              </a:rPr>
              <a:t>inspeccion</a:t>
            </a:r>
            <a:r>
              <a:rPr lang="en-US" dirty="0">
                <a:highlight>
                  <a:srgbClr val="C0C0C0"/>
                </a:highlight>
              </a:rPr>
              <a:t> </a:t>
            </a:r>
          </a:p>
          <a:p>
            <a:r>
              <a:rPr lang="en-US" dirty="0" err="1">
                <a:highlight>
                  <a:srgbClr val="C0C0C0"/>
                </a:highlight>
              </a:rPr>
              <a:t>Completo</a:t>
            </a:r>
            <a:r>
              <a:rPr lang="en-US" dirty="0">
                <a:highlight>
                  <a:srgbClr val="C0C0C0"/>
                </a:highlight>
              </a:rPr>
              <a:t>, </a:t>
            </a:r>
            <a:r>
              <a:rPr lang="en-US" dirty="0" err="1">
                <a:highlight>
                  <a:srgbClr val="C0C0C0"/>
                </a:highlight>
              </a:rPr>
              <a:t>esta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opcion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imprimira</a:t>
            </a:r>
            <a:r>
              <a:rPr lang="en-US" dirty="0">
                <a:highlight>
                  <a:srgbClr val="C0C0C0"/>
                </a:highlight>
              </a:rPr>
              <a:t> los dos </a:t>
            </a:r>
            <a:r>
              <a:rPr lang="en-US" dirty="0" err="1">
                <a:highlight>
                  <a:srgbClr val="C0C0C0"/>
                </a:highlight>
              </a:rPr>
              <a:t>formatos</a:t>
            </a:r>
            <a:r>
              <a:rPr lang="en-US" dirty="0">
                <a:highlight>
                  <a:srgbClr val="C0C0C0"/>
                </a:highlight>
              </a:rPr>
              <a:t> </a:t>
            </a:r>
            <a:r>
              <a:rPr lang="en-US" dirty="0" err="1">
                <a:highlight>
                  <a:srgbClr val="C0C0C0"/>
                </a:highlight>
              </a:rPr>
              <a:t>anteriores</a:t>
            </a:r>
            <a:r>
              <a:rPr lang="en-US" dirty="0">
                <a:highlight>
                  <a:srgbClr val="C0C0C0"/>
                </a:highlight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14120078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11/09/2020 – 17/09/2020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449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Ficha en pantalla Autorización inspección para poder modificar el dato de la inspección previa autorización.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6" name="Picture 2" descr="C:\Users\Francisco Esteban\Documents\CONTROL_QUALITY\imagenes\Pantalla_autorizarV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700808"/>
            <a:ext cx="7704856" cy="504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Francisco Esteban\Documents\CONTROL_QUALITY\imagenes\Pantalla_autorizar_FICH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2852936"/>
            <a:ext cx="7024396" cy="2632694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3266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Para poder guardar la información modificada pedirá una contraseña que solo tendrá el personal de calidad autorizado y toda acción realizada en esta pantalla quedara guardada en un log para poder dar seguimiento si se requiere.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Pantalla_autorizar_FICHA_V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736" y="1772816"/>
            <a:ext cx="7668656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6588224" y="4653136"/>
            <a:ext cx="648072" cy="43204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657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04/09/2020 – 10/09/2020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872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Pantalla para Mostrar/Listar los números de parte que serán configurados para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LIST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634" y="1372132"/>
            <a:ext cx="7617854" cy="5369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5306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4888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modifico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Ficha para la captura de cada una de las inspecciones para el numero de parte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[Opción Múltiple].</a:t>
            </a:r>
            <a:endParaRPr lang="es-ES" sz="1200" b="1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FICHA_No_Par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556798"/>
            <a:ext cx="7560840" cy="5099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9241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48883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modifico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Ficha para la captura de cada una de las inspecciones para el numero de parte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[Opción Evaluación].</a:t>
            </a:r>
            <a:endParaRPr lang="es-ES" sz="1200" b="1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074" name="Picture 2" descr="C:\Users\Francisco Esteban\Documents\CONTROL_QUALITY\imagenes\FICHA_No_Parte_opc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556797"/>
            <a:ext cx="7488832" cy="5037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51549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Modifico pantalla para Mostrar/Listar los artículos/No. Parte que contiene la orden de compra para su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4099" name="Picture 3" descr="C:\Users\Francisco Esteban\Documents\CONTROL_QUALITY\imagenes\LISTADO_ORDEN_v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628800"/>
            <a:ext cx="7488832" cy="504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8512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modifico Ficha para la realización de las diferentes inspecciones para cada numero de parte en la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122" name="Picture 2" descr="C:\Users\Francisco Esteban\Documents\CONTROL_QUALITY\imagenes\FICHA_V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5" y="1445054"/>
            <a:ext cx="7366896" cy="5152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6996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modifico Ficha para la realización de las diferentes inspecciones para cada numero de parte en la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6147" name="Picture 3" descr="C:\Users\Francisco Esteban\Documents\CONTROL_QUALITY\imagenes\FICHA_V3_opc_mu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503090"/>
            <a:ext cx="7488832" cy="5166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1180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pantalla para Autorizar de manera manual los artículos/No. Parte con estatus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Rechazado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172" name="Picture 4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09" t="2499" r="52398" b="24785"/>
          <a:stretch/>
        </p:blipFill>
        <p:spPr bwMode="auto">
          <a:xfrm>
            <a:off x="1331640" y="1484784"/>
            <a:ext cx="7632848" cy="5112568"/>
          </a:xfrm>
          <a:prstGeom prst="rect">
            <a:avLst/>
          </a:prstGeom>
          <a:noFill/>
          <a:ln w="9525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7171" name="Picture 3" descr="C:\Users\Francisco Esteban\Documents\CONTROL_QUALITY\imagenes\Pantalla_autorizar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121"/>
          <a:stretch/>
        </p:blipFill>
        <p:spPr bwMode="auto">
          <a:xfrm>
            <a:off x="1412859" y="3717032"/>
            <a:ext cx="7488832" cy="3096344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8698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28/08/2020 – 03/09/2020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modifico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Ficha para la captura de los porcentajes que tendrá la inspección y cada una de las opciones así como la sumatoria de los porcentajes para el numero de parte.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FICHA_V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556792"/>
            <a:ext cx="7416502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7020272" y="3501008"/>
            <a:ext cx="720080" cy="3114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91680" y="4293096"/>
            <a:ext cx="532859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804248" y="4725144"/>
            <a:ext cx="144016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12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pantalla para mostrar/Listar los artículos/No. Parte que contiene la orden de compra para su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LISTADO_ORDE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556798"/>
            <a:ext cx="7416823" cy="518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19010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Ficha para la realización de las diferentes inspecciones para cada numero de parte en la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074" name="Picture 2" descr="C:\Users\Francisco Esteban\Documents\CONTROL_QUALITY\imagenes\FICHA_INSPECCIO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412777"/>
            <a:ext cx="7488832" cy="525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13615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21/08/2020 – 27/08/2020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469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pantalla para mostrar los mostrar los números de parte que serán configurados para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LIST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634" y="1372132"/>
            <a:ext cx="7458844" cy="519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creo Ficha para capturar revisiones/inspección que se le realizara al numero de parte.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FICH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422344"/>
            <a:ext cx="7634179" cy="524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3991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11353</TotalTime>
  <Words>815</Words>
  <Application>Microsoft Office PowerPoint</Application>
  <PresentationFormat>Presentación en pantalla (4:3)</PresentationFormat>
  <Paragraphs>55</Paragraphs>
  <Slides>27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235</cp:revision>
  <dcterms:created xsi:type="dcterms:W3CDTF">2019-09-04T16:36:39Z</dcterms:created>
  <dcterms:modified xsi:type="dcterms:W3CDTF">2020-10-16T14:21:16Z</dcterms:modified>
</cp:coreProperties>
</file>