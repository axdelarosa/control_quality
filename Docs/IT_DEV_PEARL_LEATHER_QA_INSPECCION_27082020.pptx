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344" r:id="rId2"/>
    <p:sldId id="391" r:id="rId3"/>
    <p:sldId id="392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43" autoAdjust="0"/>
  </p:normalViewPr>
  <p:slideViewPr>
    <p:cSldViewPr>
      <p:cViewPr>
        <p:scale>
          <a:sx n="90" d="100"/>
          <a:sy n="90" d="100"/>
        </p:scale>
        <p:origin x="-1234" y="-2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</a:t>
            </a:r>
            <a:r>
              <a:rPr lang="es-MX" b="1" dirty="0" smtClean="0">
                <a:latin typeface="Century Gothic" panose="020B0502020202020204" pitchFamily="34" charset="0"/>
              </a:rPr>
              <a:t>1/08/2020 </a:t>
            </a:r>
            <a:r>
              <a:rPr lang="es-MX" b="1" dirty="0" smtClean="0">
                <a:latin typeface="Century Gothic" panose="020B0502020202020204" pitchFamily="34" charset="0"/>
              </a:rPr>
              <a:t>– </a:t>
            </a:r>
            <a:r>
              <a:rPr lang="es-MX" b="1" dirty="0" smtClean="0">
                <a:latin typeface="Century Gothic" panose="020B0502020202020204" pitchFamily="34" charset="0"/>
              </a:rPr>
              <a:t>27/08/2020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smtClean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creo pantalla para mostrar los mostrar los números de parte que serán configurados para inspección.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27" name="Picture 3" descr="C:\Users\Francisco Esteban\Documents\CONTROL_QUALITY\imagenes\LISTAD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634" y="1372132"/>
            <a:ext cx="7458844" cy="5190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6398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smtClean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creo Ficha para capturar revisiones/inspección que se le realizara al numero de parte.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050" name="Picture 2" descr="C:\Users\Francisco Esteban\Documents\CONTROL_QUALITY\imagenes\FICH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1422344"/>
            <a:ext cx="7634179" cy="524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3991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11054</TotalTime>
  <Words>51</Words>
  <Application>Microsoft Office PowerPoint</Application>
  <PresentationFormat>On-screen Show (4:3)</PresentationFormat>
  <Paragraphs>5</Paragraphs>
  <Slides>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211</cp:revision>
  <dcterms:created xsi:type="dcterms:W3CDTF">2019-09-04T16:36:39Z</dcterms:created>
  <dcterms:modified xsi:type="dcterms:W3CDTF">2020-08-27T16:23:41Z</dcterms:modified>
</cp:coreProperties>
</file>