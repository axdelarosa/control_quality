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7"/>
  </p:notesMasterIdLst>
  <p:sldIdLst>
    <p:sldId id="397" r:id="rId2"/>
    <p:sldId id="399" r:id="rId3"/>
    <p:sldId id="398" r:id="rId4"/>
    <p:sldId id="400" r:id="rId5"/>
    <p:sldId id="401" r:id="rId6"/>
    <p:sldId id="402" r:id="rId7"/>
    <p:sldId id="403" r:id="rId8"/>
    <p:sldId id="404" r:id="rId9"/>
    <p:sldId id="344" r:id="rId10"/>
    <p:sldId id="394" r:id="rId11"/>
    <p:sldId id="395" r:id="rId12"/>
    <p:sldId id="396" r:id="rId13"/>
    <p:sldId id="393" r:id="rId14"/>
    <p:sldId id="391" r:id="rId15"/>
    <p:sldId id="392" r:id="rId16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=""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F19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=""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3480" autoAdjust="0"/>
    <p:restoredTop sz="94343" autoAdjust="0"/>
  </p:normalViewPr>
  <p:slideViewPr>
    <p:cSldViewPr>
      <p:cViewPr>
        <p:scale>
          <a:sx n="90" d="100"/>
          <a:sy n="90" d="100"/>
        </p:scale>
        <p:origin x="-1334" y="-2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17B1792-3256-4E77-8442-3E205CD69EF5}" type="datetimeFigureOut">
              <a:rPr lang="en-US" smtClean="0"/>
              <a:t>9/9/2020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2A94EBC-6D71-45FE-903C-8A150E9C6E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8030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558649-2619-44F9-8F30-2D6466E57529}" type="datetimeFigureOut">
              <a:rPr lang="en-US" smtClean="0"/>
              <a:t>9/9/2020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22C82F-0308-4DBA-BE8F-4BAE5E1F79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071110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558649-2619-44F9-8F30-2D6466E57529}" type="datetimeFigureOut">
              <a:rPr lang="en-US" smtClean="0"/>
              <a:t>9/9/2020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22C82F-0308-4DBA-BE8F-4BAE5E1F79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26074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558649-2619-44F9-8F30-2D6466E57529}" type="datetimeFigureOut">
              <a:rPr lang="en-US" smtClean="0"/>
              <a:t>9/9/2020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22C82F-0308-4DBA-BE8F-4BAE5E1F79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76566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558649-2619-44F9-8F30-2D6466E57529}" type="datetimeFigureOut">
              <a:rPr lang="en-US" smtClean="0"/>
              <a:t>9/9/2020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22C82F-0308-4DBA-BE8F-4BAE5E1F79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595308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558649-2619-44F9-8F30-2D6466E57529}" type="datetimeFigureOut">
              <a:rPr lang="en-US" smtClean="0"/>
              <a:t>9/9/2020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22C82F-0308-4DBA-BE8F-4BAE5E1F79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02292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558649-2619-44F9-8F30-2D6466E57529}" type="datetimeFigureOut">
              <a:rPr lang="en-US" smtClean="0"/>
              <a:t>9/9/2020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22C82F-0308-4DBA-BE8F-4BAE5E1F79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52659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558649-2619-44F9-8F30-2D6466E57529}" type="datetimeFigureOut">
              <a:rPr lang="en-US" smtClean="0"/>
              <a:t>9/9/2020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22C82F-0308-4DBA-BE8F-4BAE5E1F79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849782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558649-2619-44F9-8F30-2D6466E57529}" type="datetimeFigureOut">
              <a:rPr lang="en-US" smtClean="0"/>
              <a:t>9/9/2020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22C82F-0308-4DBA-BE8F-4BAE5E1F79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421629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558649-2619-44F9-8F30-2D6466E57529}" type="datetimeFigureOut">
              <a:rPr lang="en-US" smtClean="0"/>
              <a:t>9/9/2020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22C82F-0308-4DBA-BE8F-4BAE5E1F79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786770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558649-2619-44F9-8F30-2D6466E57529}" type="datetimeFigureOut">
              <a:rPr lang="en-US" smtClean="0"/>
              <a:t>9/9/2020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22C82F-0308-4DBA-BE8F-4BAE5E1F79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01619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558649-2619-44F9-8F30-2D6466E57529}" type="datetimeFigureOut">
              <a:rPr lang="en-US" smtClean="0"/>
              <a:t>9/9/2020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22C82F-0308-4DBA-BE8F-4BAE5E1F79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508528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 l="-13000" r="-13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7558649-2619-44F9-8F30-2D6466E57529}" type="datetimeFigureOut">
              <a:rPr lang="en-US" smtClean="0"/>
              <a:t>9/9/2020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B22C82F-0308-4DBA-BE8F-4BAE5E1F79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05061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 txBox="1">
            <a:spLocks/>
          </p:cNvSpPr>
          <p:nvPr/>
        </p:nvSpPr>
        <p:spPr>
          <a:xfrm>
            <a:off x="1187624" y="2564904"/>
            <a:ext cx="7772400" cy="14700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MX" b="1" dirty="0" smtClean="0">
                <a:latin typeface="Century Gothic" panose="020B0502020202020204" pitchFamily="34" charset="0"/>
              </a:rPr>
              <a:t>04</a:t>
            </a:r>
            <a:r>
              <a:rPr lang="es-MX" b="1" dirty="0" smtClean="0">
                <a:latin typeface="Century Gothic" panose="020B0502020202020204" pitchFamily="34" charset="0"/>
              </a:rPr>
              <a:t>/09/2020 </a:t>
            </a:r>
            <a:r>
              <a:rPr lang="es-MX" b="1" dirty="0" smtClean="0">
                <a:latin typeface="Century Gothic" panose="020B0502020202020204" pitchFamily="34" charset="0"/>
              </a:rPr>
              <a:t>– </a:t>
            </a:r>
            <a:r>
              <a:rPr lang="es-MX" b="1" dirty="0" smtClean="0">
                <a:latin typeface="Century Gothic" panose="020B0502020202020204" pitchFamily="34" charset="0"/>
              </a:rPr>
              <a:t>10</a:t>
            </a:r>
            <a:r>
              <a:rPr lang="es-MX" b="1" dirty="0" smtClean="0">
                <a:latin typeface="Century Gothic" panose="020B0502020202020204" pitchFamily="34" charset="0"/>
              </a:rPr>
              <a:t>/09/2020</a:t>
            </a:r>
            <a:endParaRPr lang="es-MX" dirty="0">
              <a:latin typeface="Century Gothic" panose="020B0502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591605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 txBox="1">
            <a:spLocks/>
          </p:cNvSpPr>
          <p:nvPr/>
        </p:nvSpPr>
        <p:spPr>
          <a:xfrm>
            <a:off x="1087408" y="274638"/>
            <a:ext cx="7229008" cy="634082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s-ES" sz="2000" dirty="0" smtClean="0">
                <a:solidFill>
                  <a:srgbClr val="3F1900"/>
                </a:solidFill>
              </a:rPr>
              <a:t>QA: Inspección de Material Recibido.</a:t>
            </a:r>
            <a:endParaRPr lang="en-US" sz="2000" dirty="0">
              <a:solidFill>
                <a:srgbClr val="3F1900"/>
              </a:solidFill>
            </a:endParaRPr>
          </a:p>
        </p:txBody>
      </p:sp>
      <p:sp>
        <p:nvSpPr>
          <p:cNvPr id="4" name="Content Placeholder 3"/>
          <p:cNvSpPr txBox="1">
            <a:spLocks/>
          </p:cNvSpPr>
          <p:nvPr/>
        </p:nvSpPr>
        <p:spPr>
          <a:xfrm>
            <a:off x="1331640" y="1196753"/>
            <a:ext cx="7488832" cy="5137780"/>
          </a:xfrm>
          <a:prstGeom prst="rect">
            <a:avLst/>
          </a:prstGeom>
        </p:spPr>
        <p:txBody>
          <a:bodyPr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Font typeface="Arial" panose="020B0604020202020204" pitchFamily="34" charset="0"/>
              <a:buNone/>
            </a:pPr>
            <a:endParaRPr lang="en-US" sz="2000" i="1"/>
          </a:p>
        </p:txBody>
      </p:sp>
      <p:sp>
        <p:nvSpPr>
          <p:cNvPr id="10" name="Rectangle 9"/>
          <p:cNvSpPr/>
          <p:nvPr/>
        </p:nvSpPr>
        <p:spPr>
          <a:xfrm>
            <a:off x="1331640" y="1095133"/>
            <a:ext cx="7632848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s-ES" sz="1200" b="0" i="0" dirty="0" smtClean="0">
                <a:solidFill>
                  <a:srgbClr val="222222"/>
                </a:solidFill>
                <a:effectLst/>
                <a:latin typeface="Segoe UI" panose="020B0502040204020203" pitchFamily="34" charset="0"/>
              </a:rPr>
              <a:t> </a:t>
            </a:r>
            <a:r>
              <a:rPr lang="es-ES" sz="1200" dirty="0">
                <a:solidFill>
                  <a:srgbClr val="222222"/>
                </a:solidFill>
                <a:latin typeface="Segoe UI" panose="020B0502040204020203" pitchFamily="34" charset="0"/>
              </a:rPr>
              <a:t>P</a:t>
            </a:r>
            <a:r>
              <a:rPr lang="es-ES" sz="1200" dirty="0" smtClean="0">
                <a:solidFill>
                  <a:srgbClr val="222222"/>
                </a:solidFill>
                <a:latin typeface="Segoe UI" panose="020B0502040204020203" pitchFamily="34" charset="0"/>
              </a:rPr>
              <a:t>antalla </a:t>
            </a:r>
            <a:r>
              <a:rPr lang="es-ES" sz="1200" dirty="0" smtClean="0">
                <a:solidFill>
                  <a:srgbClr val="222222"/>
                </a:solidFill>
                <a:latin typeface="Segoe UI" panose="020B0502040204020203" pitchFamily="34" charset="0"/>
              </a:rPr>
              <a:t>para </a:t>
            </a:r>
            <a:r>
              <a:rPr lang="es-ES" sz="1200" dirty="0" smtClean="0">
                <a:solidFill>
                  <a:srgbClr val="222222"/>
                </a:solidFill>
                <a:latin typeface="Segoe UI" panose="020B0502040204020203" pitchFamily="34" charset="0"/>
              </a:rPr>
              <a:t>M</a:t>
            </a:r>
            <a:r>
              <a:rPr lang="es-ES" sz="1200" dirty="0" smtClean="0">
                <a:solidFill>
                  <a:srgbClr val="222222"/>
                </a:solidFill>
                <a:latin typeface="Segoe UI" panose="020B0502040204020203" pitchFamily="34" charset="0"/>
              </a:rPr>
              <a:t>ostrar/Listar los </a:t>
            </a:r>
            <a:r>
              <a:rPr lang="es-ES" sz="1200" dirty="0" smtClean="0">
                <a:solidFill>
                  <a:srgbClr val="222222"/>
                </a:solidFill>
                <a:latin typeface="Segoe UI" panose="020B0502040204020203" pitchFamily="34" charset="0"/>
              </a:rPr>
              <a:t>números de parte que serán configurados para inspección.</a:t>
            </a:r>
            <a:endParaRPr lang="es-ES" sz="1200" b="0" i="0" dirty="0">
              <a:solidFill>
                <a:srgbClr val="222222"/>
              </a:solidFill>
              <a:effectLst/>
              <a:latin typeface="Segoe UI" panose="020B0502040204020203" pitchFamily="34" charset="0"/>
            </a:endParaRPr>
          </a:p>
        </p:txBody>
      </p:sp>
      <p:pic>
        <p:nvPicPr>
          <p:cNvPr id="1027" name="Picture 3" descr="C:\Users\Francisco Esteban\Documents\CONTROL_QUALITY\imagenes\LISTADO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46634" y="1372132"/>
            <a:ext cx="7617854" cy="53692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053069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 txBox="1">
            <a:spLocks/>
          </p:cNvSpPr>
          <p:nvPr/>
        </p:nvSpPr>
        <p:spPr>
          <a:xfrm>
            <a:off x="1087408" y="274638"/>
            <a:ext cx="7229008" cy="634082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s-ES" sz="2000" dirty="0" smtClean="0">
                <a:solidFill>
                  <a:srgbClr val="3F1900"/>
                </a:solidFill>
              </a:rPr>
              <a:t>QA: Inspección de Material Recibido.</a:t>
            </a:r>
            <a:endParaRPr lang="en-US" sz="2000" dirty="0">
              <a:solidFill>
                <a:srgbClr val="3F1900"/>
              </a:solidFill>
            </a:endParaRPr>
          </a:p>
        </p:txBody>
      </p:sp>
      <p:sp>
        <p:nvSpPr>
          <p:cNvPr id="4" name="Content Placeholder 3"/>
          <p:cNvSpPr txBox="1">
            <a:spLocks/>
          </p:cNvSpPr>
          <p:nvPr/>
        </p:nvSpPr>
        <p:spPr>
          <a:xfrm>
            <a:off x="1331640" y="1196753"/>
            <a:ext cx="7488832" cy="5137780"/>
          </a:xfrm>
          <a:prstGeom prst="rect">
            <a:avLst/>
          </a:prstGeom>
        </p:spPr>
        <p:txBody>
          <a:bodyPr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Font typeface="Arial" panose="020B0604020202020204" pitchFamily="34" charset="0"/>
              <a:buNone/>
            </a:pPr>
            <a:endParaRPr lang="en-US" sz="2000" i="1"/>
          </a:p>
        </p:txBody>
      </p:sp>
      <p:sp>
        <p:nvSpPr>
          <p:cNvPr id="10" name="Rectangle 9"/>
          <p:cNvSpPr/>
          <p:nvPr/>
        </p:nvSpPr>
        <p:spPr>
          <a:xfrm>
            <a:off x="1331640" y="1095133"/>
            <a:ext cx="748883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s-ES" sz="1200" b="0" i="0" dirty="0" smtClean="0">
                <a:solidFill>
                  <a:srgbClr val="222222"/>
                </a:solidFill>
                <a:effectLst/>
                <a:latin typeface="Segoe UI" panose="020B0502040204020203" pitchFamily="34" charset="0"/>
              </a:rPr>
              <a:t> Se modifico</a:t>
            </a:r>
            <a:r>
              <a:rPr lang="es-ES" sz="1200" dirty="0" smtClean="0">
                <a:solidFill>
                  <a:srgbClr val="222222"/>
                </a:solidFill>
                <a:latin typeface="Segoe UI" panose="020B0502040204020203" pitchFamily="34" charset="0"/>
              </a:rPr>
              <a:t> Ficha para la captura </a:t>
            </a:r>
            <a:r>
              <a:rPr lang="es-ES" sz="1200" dirty="0" smtClean="0">
                <a:solidFill>
                  <a:srgbClr val="222222"/>
                </a:solidFill>
                <a:latin typeface="Segoe UI" panose="020B0502040204020203" pitchFamily="34" charset="0"/>
              </a:rPr>
              <a:t>de cada </a:t>
            </a:r>
            <a:r>
              <a:rPr lang="es-ES" sz="1200" dirty="0" smtClean="0">
                <a:solidFill>
                  <a:srgbClr val="222222"/>
                </a:solidFill>
                <a:latin typeface="Segoe UI" panose="020B0502040204020203" pitchFamily="34" charset="0"/>
              </a:rPr>
              <a:t>una de las </a:t>
            </a:r>
            <a:r>
              <a:rPr lang="es-ES" sz="1200" dirty="0" smtClean="0">
                <a:solidFill>
                  <a:srgbClr val="222222"/>
                </a:solidFill>
                <a:latin typeface="Segoe UI" panose="020B0502040204020203" pitchFamily="34" charset="0"/>
              </a:rPr>
              <a:t>inspecciones para el numero de parte </a:t>
            </a:r>
            <a:r>
              <a:rPr lang="es-ES" sz="1200" b="1" dirty="0" smtClean="0">
                <a:solidFill>
                  <a:srgbClr val="222222"/>
                </a:solidFill>
                <a:latin typeface="Segoe UI" panose="020B0502040204020203" pitchFamily="34" charset="0"/>
              </a:rPr>
              <a:t>[Opción Múltiple].</a:t>
            </a:r>
            <a:endParaRPr lang="es-ES" sz="1200" b="1" i="0" dirty="0">
              <a:solidFill>
                <a:srgbClr val="222222"/>
              </a:solidFill>
              <a:effectLst/>
              <a:latin typeface="Segoe UI" panose="020B0502040204020203" pitchFamily="34" charset="0"/>
            </a:endParaRPr>
          </a:p>
        </p:txBody>
      </p:sp>
      <p:pic>
        <p:nvPicPr>
          <p:cNvPr id="2050" name="Picture 2" descr="C:\Users\Francisco Esteban\Documents\CONTROL_QUALITY\imagenes\FICHA_No_Parte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31640" y="1556798"/>
            <a:ext cx="7560840" cy="50995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692411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 txBox="1">
            <a:spLocks/>
          </p:cNvSpPr>
          <p:nvPr/>
        </p:nvSpPr>
        <p:spPr>
          <a:xfrm>
            <a:off x="1087408" y="274638"/>
            <a:ext cx="7229008" cy="634082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s-ES" sz="2000" dirty="0" smtClean="0">
                <a:solidFill>
                  <a:srgbClr val="3F1900"/>
                </a:solidFill>
              </a:rPr>
              <a:t>QA: Inspección de Material Recibido.</a:t>
            </a:r>
            <a:endParaRPr lang="en-US" sz="2000" dirty="0">
              <a:solidFill>
                <a:srgbClr val="3F1900"/>
              </a:solidFill>
            </a:endParaRPr>
          </a:p>
        </p:txBody>
      </p:sp>
      <p:sp>
        <p:nvSpPr>
          <p:cNvPr id="4" name="Content Placeholder 3"/>
          <p:cNvSpPr txBox="1">
            <a:spLocks/>
          </p:cNvSpPr>
          <p:nvPr/>
        </p:nvSpPr>
        <p:spPr>
          <a:xfrm>
            <a:off x="1331640" y="1196753"/>
            <a:ext cx="7488832" cy="5137780"/>
          </a:xfrm>
          <a:prstGeom prst="rect">
            <a:avLst/>
          </a:prstGeom>
        </p:spPr>
        <p:txBody>
          <a:bodyPr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Font typeface="Arial" panose="020B0604020202020204" pitchFamily="34" charset="0"/>
              <a:buNone/>
            </a:pPr>
            <a:endParaRPr lang="en-US" sz="2000" i="1"/>
          </a:p>
        </p:txBody>
      </p:sp>
      <p:sp>
        <p:nvSpPr>
          <p:cNvPr id="10" name="Rectangle 9"/>
          <p:cNvSpPr/>
          <p:nvPr/>
        </p:nvSpPr>
        <p:spPr>
          <a:xfrm>
            <a:off x="1331640" y="1095133"/>
            <a:ext cx="748883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s-ES" sz="1200" b="0" i="0" dirty="0" smtClean="0">
                <a:solidFill>
                  <a:srgbClr val="222222"/>
                </a:solidFill>
                <a:effectLst/>
                <a:latin typeface="Segoe UI" panose="020B0502040204020203" pitchFamily="34" charset="0"/>
              </a:rPr>
              <a:t> Se modifico</a:t>
            </a:r>
            <a:r>
              <a:rPr lang="es-ES" sz="1200" dirty="0" smtClean="0">
                <a:solidFill>
                  <a:srgbClr val="222222"/>
                </a:solidFill>
                <a:latin typeface="Segoe UI" panose="020B0502040204020203" pitchFamily="34" charset="0"/>
              </a:rPr>
              <a:t> Ficha para la captura </a:t>
            </a:r>
            <a:r>
              <a:rPr lang="es-ES" sz="1200" dirty="0" smtClean="0">
                <a:solidFill>
                  <a:srgbClr val="222222"/>
                </a:solidFill>
                <a:latin typeface="Segoe UI" panose="020B0502040204020203" pitchFamily="34" charset="0"/>
              </a:rPr>
              <a:t>de cada </a:t>
            </a:r>
            <a:r>
              <a:rPr lang="es-ES" sz="1200" dirty="0" smtClean="0">
                <a:solidFill>
                  <a:srgbClr val="222222"/>
                </a:solidFill>
                <a:latin typeface="Segoe UI" panose="020B0502040204020203" pitchFamily="34" charset="0"/>
              </a:rPr>
              <a:t>una de las </a:t>
            </a:r>
            <a:r>
              <a:rPr lang="es-ES" sz="1200" dirty="0" smtClean="0">
                <a:solidFill>
                  <a:srgbClr val="222222"/>
                </a:solidFill>
                <a:latin typeface="Segoe UI" panose="020B0502040204020203" pitchFamily="34" charset="0"/>
              </a:rPr>
              <a:t>inspecciones para el numero de parte </a:t>
            </a:r>
            <a:r>
              <a:rPr lang="es-ES" sz="1200" b="1" dirty="0" smtClean="0">
                <a:solidFill>
                  <a:srgbClr val="222222"/>
                </a:solidFill>
                <a:latin typeface="Segoe UI" panose="020B0502040204020203" pitchFamily="34" charset="0"/>
              </a:rPr>
              <a:t>[Opción Evaluación].</a:t>
            </a:r>
            <a:endParaRPr lang="es-ES" sz="1200" b="1" i="0" dirty="0">
              <a:solidFill>
                <a:srgbClr val="222222"/>
              </a:solidFill>
              <a:effectLst/>
              <a:latin typeface="Segoe UI" panose="020B0502040204020203" pitchFamily="34" charset="0"/>
            </a:endParaRPr>
          </a:p>
        </p:txBody>
      </p:sp>
      <p:pic>
        <p:nvPicPr>
          <p:cNvPr id="3074" name="Picture 2" descr="C:\Users\Francisco Esteban\Documents\CONTROL_QUALITY\imagenes\FICHA_No_Parte_opc2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31640" y="1556797"/>
            <a:ext cx="7488832" cy="50376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151549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 txBox="1">
            <a:spLocks/>
          </p:cNvSpPr>
          <p:nvPr/>
        </p:nvSpPr>
        <p:spPr>
          <a:xfrm>
            <a:off x="1087408" y="274638"/>
            <a:ext cx="7229008" cy="634082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s-ES" sz="2000" dirty="0" smtClean="0">
                <a:solidFill>
                  <a:srgbClr val="3F1900"/>
                </a:solidFill>
              </a:rPr>
              <a:t>QA: Inspección de Material Recibido.</a:t>
            </a:r>
            <a:endParaRPr lang="en-US" sz="2000" dirty="0">
              <a:solidFill>
                <a:srgbClr val="3F1900"/>
              </a:solidFill>
            </a:endParaRPr>
          </a:p>
        </p:txBody>
      </p:sp>
      <p:sp>
        <p:nvSpPr>
          <p:cNvPr id="4" name="Content Placeholder 3"/>
          <p:cNvSpPr txBox="1">
            <a:spLocks/>
          </p:cNvSpPr>
          <p:nvPr/>
        </p:nvSpPr>
        <p:spPr>
          <a:xfrm>
            <a:off x="1331640" y="1196753"/>
            <a:ext cx="7488832" cy="5137780"/>
          </a:xfrm>
          <a:prstGeom prst="rect">
            <a:avLst/>
          </a:prstGeom>
        </p:spPr>
        <p:txBody>
          <a:bodyPr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Font typeface="Arial" panose="020B0604020202020204" pitchFamily="34" charset="0"/>
              <a:buNone/>
            </a:pPr>
            <a:endParaRPr lang="en-US" sz="2000" i="1"/>
          </a:p>
        </p:txBody>
      </p:sp>
      <p:sp>
        <p:nvSpPr>
          <p:cNvPr id="10" name="Rectangle 9"/>
          <p:cNvSpPr/>
          <p:nvPr/>
        </p:nvSpPr>
        <p:spPr>
          <a:xfrm>
            <a:off x="1331640" y="1095133"/>
            <a:ext cx="763284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s-ES" sz="1200" b="0" i="0" dirty="0" smtClean="0">
                <a:solidFill>
                  <a:srgbClr val="222222"/>
                </a:solidFill>
                <a:effectLst/>
                <a:latin typeface="Segoe UI" panose="020B0502040204020203" pitchFamily="34" charset="0"/>
              </a:rPr>
              <a:t> Se </a:t>
            </a:r>
            <a:r>
              <a:rPr lang="es-ES" sz="1200" dirty="0" smtClean="0">
                <a:solidFill>
                  <a:srgbClr val="222222"/>
                </a:solidFill>
                <a:latin typeface="Segoe UI" panose="020B0502040204020203" pitchFamily="34" charset="0"/>
              </a:rPr>
              <a:t>Modifico pantalla </a:t>
            </a:r>
            <a:r>
              <a:rPr lang="es-ES" sz="1200" dirty="0" smtClean="0">
                <a:solidFill>
                  <a:srgbClr val="222222"/>
                </a:solidFill>
                <a:latin typeface="Segoe UI" panose="020B0502040204020203" pitchFamily="34" charset="0"/>
              </a:rPr>
              <a:t>para </a:t>
            </a:r>
            <a:r>
              <a:rPr lang="es-ES" sz="1200" dirty="0" smtClean="0">
                <a:solidFill>
                  <a:srgbClr val="222222"/>
                </a:solidFill>
                <a:latin typeface="Segoe UI" panose="020B0502040204020203" pitchFamily="34" charset="0"/>
              </a:rPr>
              <a:t>Mostrar/Listar </a:t>
            </a:r>
            <a:r>
              <a:rPr lang="es-ES" sz="1200" dirty="0" smtClean="0">
                <a:solidFill>
                  <a:srgbClr val="222222"/>
                </a:solidFill>
                <a:latin typeface="Segoe UI" panose="020B0502040204020203" pitchFamily="34" charset="0"/>
              </a:rPr>
              <a:t>los artículos/No. Parte que contiene la orden de compra para su inspección.</a:t>
            </a:r>
            <a:endParaRPr lang="es-ES" sz="1200" b="0" i="0" dirty="0">
              <a:solidFill>
                <a:srgbClr val="222222"/>
              </a:solidFill>
              <a:effectLst/>
              <a:latin typeface="Segoe UI" panose="020B0502040204020203" pitchFamily="34" charset="0"/>
            </a:endParaRPr>
          </a:p>
        </p:txBody>
      </p:sp>
      <p:pic>
        <p:nvPicPr>
          <p:cNvPr id="4099" name="Picture 3" descr="C:\Users\Francisco Esteban\Documents\CONTROL_QUALITY\imagenes\LISTADO_ORDEN_v2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31641" y="1628800"/>
            <a:ext cx="7488832" cy="50405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778512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 txBox="1">
            <a:spLocks/>
          </p:cNvSpPr>
          <p:nvPr/>
        </p:nvSpPr>
        <p:spPr>
          <a:xfrm>
            <a:off x="1087408" y="274638"/>
            <a:ext cx="7229008" cy="634082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s-ES" sz="2000" dirty="0" smtClean="0">
                <a:solidFill>
                  <a:srgbClr val="3F1900"/>
                </a:solidFill>
              </a:rPr>
              <a:t>QA: Inspección de Material Recibido.</a:t>
            </a:r>
            <a:endParaRPr lang="en-US" sz="2000" dirty="0">
              <a:solidFill>
                <a:srgbClr val="3F1900"/>
              </a:solidFill>
            </a:endParaRPr>
          </a:p>
        </p:txBody>
      </p:sp>
      <p:sp>
        <p:nvSpPr>
          <p:cNvPr id="4" name="Content Placeholder 3"/>
          <p:cNvSpPr txBox="1">
            <a:spLocks/>
          </p:cNvSpPr>
          <p:nvPr/>
        </p:nvSpPr>
        <p:spPr>
          <a:xfrm>
            <a:off x="1331640" y="1196753"/>
            <a:ext cx="7488832" cy="5137780"/>
          </a:xfrm>
          <a:prstGeom prst="rect">
            <a:avLst/>
          </a:prstGeom>
        </p:spPr>
        <p:txBody>
          <a:bodyPr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Font typeface="Arial" panose="020B0604020202020204" pitchFamily="34" charset="0"/>
              <a:buNone/>
            </a:pPr>
            <a:endParaRPr lang="en-US" sz="2000" i="1"/>
          </a:p>
        </p:txBody>
      </p:sp>
      <p:sp>
        <p:nvSpPr>
          <p:cNvPr id="10" name="Rectangle 9"/>
          <p:cNvSpPr/>
          <p:nvPr/>
        </p:nvSpPr>
        <p:spPr>
          <a:xfrm>
            <a:off x="1331640" y="1095133"/>
            <a:ext cx="7632848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s-ES" sz="1200" b="0" i="0" dirty="0" smtClean="0">
                <a:solidFill>
                  <a:srgbClr val="222222"/>
                </a:solidFill>
                <a:effectLst/>
                <a:latin typeface="Segoe UI" panose="020B0502040204020203" pitchFamily="34" charset="0"/>
              </a:rPr>
              <a:t> Se </a:t>
            </a:r>
            <a:r>
              <a:rPr lang="es-ES" sz="1200" dirty="0" smtClean="0">
                <a:solidFill>
                  <a:srgbClr val="222222"/>
                </a:solidFill>
                <a:latin typeface="Segoe UI" panose="020B0502040204020203" pitchFamily="34" charset="0"/>
              </a:rPr>
              <a:t>modifico Ficha </a:t>
            </a:r>
            <a:r>
              <a:rPr lang="es-ES" sz="1200" dirty="0" smtClean="0">
                <a:solidFill>
                  <a:srgbClr val="222222"/>
                </a:solidFill>
                <a:latin typeface="Segoe UI" panose="020B0502040204020203" pitchFamily="34" charset="0"/>
              </a:rPr>
              <a:t>para la realización de las diferentes inspecciones para cada numero de parte en la orden.</a:t>
            </a:r>
            <a:endParaRPr lang="es-ES" sz="1200" b="0" i="0" dirty="0">
              <a:solidFill>
                <a:srgbClr val="222222"/>
              </a:solidFill>
              <a:effectLst/>
              <a:latin typeface="Segoe UI" panose="020B0502040204020203" pitchFamily="34" charset="0"/>
            </a:endParaRPr>
          </a:p>
        </p:txBody>
      </p:sp>
      <p:pic>
        <p:nvPicPr>
          <p:cNvPr id="5122" name="Picture 2" descr="C:\Users\Francisco Esteban\Documents\CONTROL_QUALITY\imagenes\FICHA_V3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75655" y="1445054"/>
            <a:ext cx="7366896" cy="51522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569964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 txBox="1">
            <a:spLocks/>
          </p:cNvSpPr>
          <p:nvPr/>
        </p:nvSpPr>
        <p:spPr>
          <a:xfrm>
            <a:off x="1087408" y="274638"/>
            <a:ext cx="7229008" cy="634082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s-ES" sz="2000" dirty="0" smtClean="0">
                <a:solidFill>
                  <a:srgbClr val="3F1900"/>
                </a:solidFill>
              </a:rPr>
              <a:t>QA: Inspección de Material Recibido.</a:t>
            </a:r>
            <a:endParaRPr lang="en-US" sz="2000" dirty="0">
              <a:solidFill>
                <a:srgbClr val="3F1900"/>
              </a:solidFill>
            </a:endParaRPr>
          </a:p>
        </p:txBody>
      </p:sp>
      <p:sp>
        <p:nvSpPr>
          <p:cNvPr id="4" name="Content Placeholder 3"/>
          <p:cNvSpPr txBox="1">
            <a:spLocks/>
          </p:cNvSpPr>
          <p:nvPr/>
        </p:nvSpPr>
        <p:spPr>
          <a:xfrm>
            <a:off x="1331640" y="1196753"/>
            <a:ext cx="7488832" cy="5137780"/>
          </a:xfrm>
          <a:prstGeom prst="rect">
            <a:avLst/>
          </a:prstGeom>
        </p:spPr>
        <p:txBody>
          <a:bodyPr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Font typeface="Arial" panose="020B0604020202020204" pitchFamily="34" charset="0"/>
              <a:buNone/>
            </a:pPr>
            <a:endParaRPr lang="en-US" sz="2000" i="1"/>
          </a:p>
        </p:txBody>
      </p:sp>
      <p:sp>
        <p:nvSpPr>
          <p:cNvPr id="10" name="Rectangle 9"/>
          <p:cNvSpPr/>
          <p:nvPr/>
        </p:nvSpPr>
        <p:spPr>
          <a:xfrm>
            <a:off x="1331640" y="1095133"/>
            <a:ext cx="7632848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s-ES" sz="1200" b="0" i="0" dirty="0" smtClean="0">
                <a:solidFill>
                  <a:srgbClr val="222222"/>
                </a:solidFill>
                <a:effectLst/>
                <a:latin typeface="Segoe UI" panose="020B0502040204020203" pitchFamily="34" charset="0"/>
              </a:rPr>
              <a:t> Se </a:t>
            </a:r>
            <a:r>
              <a:rPr lang="es-ES" sz="1200" dirty="0" smtClean="0">
                <a:solidFill>
                  <a:srgbClr val="222222"/>
                </a:solidFill>
                <a:latin typeface="Segoe UI" panose="020B0502040204020203" pitchFamily="34" charset="0"/>
              </a:rPr>
              <a:t>modifico Ficha </a:t>
            </a:r>
            <a:r>
              <a:rPr lang="es-ES" sz="1200" dirty="0" smtClean="0">
                <a:solidFill>
                  <a:srgbClr val="222222"/>
                </a:solidFill>
                <a:latin typeface="Segoe UI" panose="020B0502040204020203" pitchFamily="34" charset="0"/>
              </a:rPr>
              <a:t>para la realización de las diferentes inspecciones para cada numero de parte en la orden.</a:t>
            </a:r>
            <a:endParaRPr lang="es-ES" sz="1200" b="0" i="0" dirty="0">
              <a:solidFill>
                <a:srgbClr val="222222"/>
              </a:solidFill>
              <a:effectLst/>
              <a:latin typeface="Segoe UI" panose="020B0502040204020203" pitchFamily="34" charset="0"/>
            </a:endParaRPr>
          </a:p>
        </p:txBody>
      </p:sp>
      <p:pic>
        <p:nvPicPr>
          <p:cNvPr id="6147" name="Picture 3" descr="C:\Users\Francisco Esteban\Documents\CONTROL_QUALITY\imagenes\FICHA_V3_opc_mul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31641" y="1503090"/>
            <a:ext cx="7488832" cy="51662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411800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 txBox="1">
            <a:spLocks/>
          </p:cNvSpPr>
          <p:nvPr/>
        </p:nvSpPr>
        <p:spPr>
          <a:xfrm>
            <a:off x="1087408" y="274638"/>
            <a:ext cx="7229008" cy="634082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s-ES" sz="2000" dirty="0" smtClean="0">
                <a:solidFill>
                  <a:srgbClr val="3F1900"/>
                </a:solidFill>
              </a:rPr>
              <a:t>QA: Inspección de Material Recibido.</a:t>
            </a:r>
            <a:endParaRPr lang="en-US" sz="2000" dirty="0">
              <a:solidFill>
                <a:srgbClr val="3F1900"/>
              </a:solidFill>
            </a:endParaRPr>
          </a:p>
        </p:txBody>
      </p:sp>
      <p:sp>
        <p:nvSpPr>
          <p:cNvPr id="4" name="Content Placeholder 3"/>
          <p:cNvSpPr txBox="1">
            <a:spLocks/>
          </p:cNvSpPr>
          <p:nvPr/>
        </p:nvSpPr>
        <p:spPr>
          <a:xfrm>
            <a:off x="1331640" y="1196753"/>
            <a:ext cx="7488832" cy="5137780"/>
          </a:xfrm>
          <a:prstGeom prst="rect">
            <a:avLst/>
          </a:prstGeom>
        </p:spPr>
        <p:txBody>
          <a:bodyPr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Font typeface="Arial" panose="020B0604020202020204" pitchFamily="34" charset="0"/>
              <a:buNone/>
            </a:pPr>
            <a:endParaRPr lang="en-US" sz="2000" i="1"/>
          </a:p>
        </p:txBody>
      </p:sp>
      <p:sp>
        <p:nvSpPr>
          <p:cNvPr id="10" name="Rectangle 9"/>
          <p:cNvSpPr/>
          <p:nvPr/>
        </p:nvSpPr>
        <p:spPr>
          <a:xfrm>
            <a:off x="1331640" y="1095133"/>
            <a:ext cx="7632848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s-ES" sz="1200" b="0" i="0" dirty="0" smtClean="0">
                <a:solidFill>
                  <a:srgbClr val="222222"/>
                </a:solidFill>
                <a:effectLst/>
                <a:latin typeface="Segoe UI" panose="020B0502040204020203" pitchFamily="34" charset="0"/>
              </a:rPr>
              <a:t> Se </a:t>
            </a:r>
            <a:r>
              <a:rPr lang="es-ES" sz="1200" dirty="0" smtClean="0">
                <a:solidFill>
                  <a:srgbClr val="222222"/>
                </a:solidFill>
                <a:latin typeface="Segoe UI" panose="020B0502040204020203" pitchFamily="34" charset="0"/>
              </a:rPr>
              <a:t>creo pantalla </a:t>
            </a:r>
            <a:r>
              <a:rPr lang="es-ES" sz="1200" dirty="0" smtClean="0">
                <a:solidFill>
                  <a:srgbClr val="222222"/>
                </a:solidFill>
                <a:latin typeface="Segoe UI" panose="020B0502040204020203" pitchFamily="34" charset="0"/>
              </a:rPr>
              <a:t>para </a:t>
            </a:r>
            <a:r>
              <a:rPr lang="es-ES" sz="1200" dirty="0" smtClean="0">
                <a:solidFill>
                  <a:srgbClr val="222222"/>
                </a:solidFill>
                <a:latin typeface="Segoe UI" panose="020B0502040204020203" pitchFamily="34" charset="0"/>
              </a:rPr>
              <a:t>Autorizar de manera manual </a:t>
            </a:r>
            <a:r>
              <a:rPr lang="es-ES" sz="1200" dirty="0" smtClean="0">
                <a:solidFill>
                  <a:srgbClr val="222222"/>
                </a:solidFill>
                <a:latin typeface="Segoe UI" panose="020B0502040204020203" pitchFamily="34" charset="0"/>
              </a:rPr>
              <a:t>los artículos/No. Parte </a:t>
            </a:r>
            <a:r>
              <a:rPr lang="es-ES" sz="1200" dirty="0" smtClean="0">
                <a:solidFill>
                  <a:srgbClr val="222222"/>
                </a:solidFill>
                <a:latin typeface="Segoe UI" panose="020B0502040204020203" pitchFamily="34" charset="0"/>
              </a:rPr>
              <a:t>con estatus </a:t>
            </a:r>
            <a:r>
              <a:rPr lang="es-ES" sz="1200" b="1" dirty="0" smtClean="0">
                <a:solidFill>
                  <a:srgbClr val="222222"/>
                </a:solidFill>
                <a:latin typeface="Segoe UI" panose="020B0502040204020203" pitchFamily="34" charset="0"/>
              </a:rPr>
              <a:t>Rechazado</a:t>
            </a:r>
            <a:r>
              <a:rPr lang="es-ES" sz="1200" dirty="0" smtClean="0">
                <a:solidFill>
                  <a:srgbClr val="222222"/>
                </a:solidFill>
                <a:latin typeface="Segoe UI" panose="020B0502040204020203" pitchFamily="34" charset="0"/>
              </a:rPr>
              <a:t>.</a:t>
            </a:r>
            <a:endParaRPr lang="es-ES" sz="1200" b="0" i="0" dirty="0">
              <a:solidFill>
                <a:srgbClr val="222222"/>
              </a:solidFill>
              <a:effectLst/>
              <a:latin typeface="Segoe UI" panose="020B0502040204020203" pitchFamily="34" charset="0"/>
            </a:endParaRPr>
          </a:p>
        </p:txBody>
      </p:sp>
      <p:pic>
        <p:nvPicPr>
          <p:cNvPr id="7172" name="Picture 4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009" t="2499" r="52398" b="24785"/>
          <a:stretch/>
        </p:blipFill>
        <p:spPr bwMode="auto">
          <a:xfrm>
            <a:off x="1331640" y="1484784"/>
            <a:ext cx="7632848" cy="5112568"/>
          </a:xfrm>
          <a:prstGeom prst="rect">
            <a:avLst/>
          </a:prstGeom>
          <a:noFill/>
          <a:ln w="9525">
            <a:solidFill>
              <a:srgbClr val="00B05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</p:pic>
      <p:pic>
        <p:nvPicPr>
          <p:cNvPr id="7171" name="Picture 3" descr="C:\Users\Francisco Esteban\Documents\CONTROL_QUALITY\imagenes\Pantalla_autorizar.png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6121"/>
          <a:stretch/>
        </p:blipFill>
        <p:spPr bwMode="auto">
          <a:xfrm>
            <a:off x="1412859" y="3717032"/>
            <a:ext cx="7488832" cy="3096344"/>
          </a:xfrm>
          <a:prstGeom prst="rect">
            <a:avLst/>
          </a:prstGeom>
          <a:noFill/>
          <a:ln>
            <a:solidFill>
              <a:srgbClr val="FF000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686988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 txBox="1">
            <a:spLocks/>
          </p:cNvSpPr>
          <p:nvPr/>
        </p:nvSpPr>
        <p:spPr>
          <a:xfrm>
            <a:off x="1187624" y="2564904"/>
            <a:ext cx="7772400" cy="14700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MX" b="1" dirty="0" smtClean="0">
                <a:latin typeface="Century Gothic" panose="020B0502020202020204" pitchFamily="34" charset="0"/>
              </a:rPr>
              <a:t>2</a:t>
            </a:r>
            <a:r>
              <a:rPr lang="es-MX" b="1" dirty="0">
                <a:latin typeface="Century Gothic" panose="020B0502020202020204" pitchFamily="34" charset="0"/>
              </a:rPr>
              <a:t>8</a:t>
            </a:r>
            <a:r>
              <a:rPr lang="es-MX" b="1" dirty="0" smtClean="0">
                <a:latin typeface="Century Gothic" panose="020B0502020202020204" pitchFamily="34" charset="0"/>
              </a:rPr>
              <a:t>/08/2020 – 03/09/2020</a:t>
            </a:r>
            <a:endParaRPr lang="es-MX" dirty="0">
              <a:latin typeface="Century Gothic" panose="020B0502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490757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 txBox="1">
            <a:spLocks/>
          </p:cNvSpPr>
          <p:nvPr/>
        </p:nvSpPr>
        <p:spPr>
          <a:xfrm>
            <a:off x="1087408" y="274638"/>
            <a:ext cx="7229008" cy="634082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s-ES" sz="2000" dirty="0" smtClean="0">
                <a:solidFill>
                  <a:srgbClr val="3F1900"/>
                </a:solidFill>
              </a:rPr>
              <a:t>QA: Inspección de Material Recibido.</a:t>
            </a:r>
            <a:endParaRPr lang="en-US" sz="2000" dirty="0">
              <a:solidFill>
                <a:srgbClr val="3F1900"/>
              </a:solidFill>
            </a:endParaRPr>
          </a:p>
        </p:txBody>
      </p:sp>
      <p:sp>
        <p:nvSpPr>
          <p:cNvPr id="4" name="Content Placeholder 3"/>
          <p:cNvSpPr txBox="1">
            <a:spLocks/>
          </p:cNvSpPr>
          <p:nvPr/>
        </p:nvSpPr>
        <p:spPr>
          <a:xfrm>
            <a:off x="1331640" y="1196753"/>
            <a:ext cx="7488832" cy="5137780"/>
          </a:xfrm>
          <a:prstGeom prst="rect">
            <a:avLst/>
          </a:prstGeom>
        </p:spPr>
        <p:txBody>
          <a:bodyPr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Font typeface="Arial" panose="020B0604020202020204" pitchFamily="34" charset="0"/>
              <a:buNone/>
            </a:pPr>
            <a:endParaRPr lang="en-US" sz="2000" i="1"/>
          </a:p>
        </p:txBody>
      </p:sp>
      <p:sp>
        <p:nvSpPr>
          <p:cNvPr id="10" name="Rectangle 9"/>
          <p:cNvSpPr/>
          <p:nvPr/>
        </p:nvSpPr>
        <p:spPr>
          <a:xfrm>
            <a:off x="1331640" y="1095133"/>
            <a:ext cx="763284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s-ES" sz="1200" b="0" i="0" dirty="0" smtClean="0">
                <a:solidFill>
                  <a:srgbClr val="222222"/>
                </a:solidFill>
                <a:effectLst/>
                <a:latin typeface="Segoe UI" panose="020B0502040204020203" pitchFamily="34" charset="0"/>
              </a:rPr>
              <a:t> Se modifico</a:t>
            </a:r>
            <a:r>
              <a:rPr lang="es-ES" sz="1200" dirty="0" smtClean="0">
                <a:solidFill>
                  <a:srgbClr val="222222"/>
                </a:solidFill>
                <a:latin typeface="Segoe UI" panose="020B0502040204020203" pitchFamily="34" charset="0"/>
              </a:rPr>
              <a:t> Ficha para la captura de los porcentajes que tendrá la inspección y cada una de las opciones así como la sumatoria de los porcentajes para el numero de parte.</a:t>
            </a:r>
            <a:endParaRPr lang="es-ES" sz="1200" b="0" i="0" dirty="0">
              <a:solidFill>
                <a:srgbClr val="222222"/>
              </a:solidFill>
              <a:effectLst/>
              <a:latin typeface="Segoe UI" panose="020B0502040204020203" pitchFamily="34" charset="0"/>
            </a:endParaRPr>
          </a:p>
        </p:txBody>
      </p:sp>
      <p:pic>
        <p:nvPicPr>
          <p:cNvPr id="1027" name="Picture 3" descr="C:\Users\Francisco Esteban\Documents\CONTROL_QUALITY\imagenes\FICHA_V2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03648" y="1556792"/>
            <a:ext cx="7416502" cy="51125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Rectangle 1"/>
          <p:cNvSpPr/>
          <p:nvPr/>
        </p:nvSpPr>
        <p:spPr>
          <a:xfrm>
            <a:off x="7020272" y="3501008"/>
            <a:ext cx="720080" cy="311429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1691680" y="4293096"/>
            <a:ext cx="5328592" cy="28803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6804248" y="4725144"/>
            <a:ext cx="1440160" cy="21602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35127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 txBox="1">
            <a:spLocks/>
          </p:cNvSpPr>
          <p:nvPr/>
        </p:nvSpPr>
        <p:spPr>
          <a:xfrm>
            <a:off x="1087408" y="274638"/>
            <a:ext cx="7229008" cy="634082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s-ES" sz="2000" dirty="0" smtClean="0">
                <a:solidFill>
                  <a:srgbClr val="3F1900"/>
                </a:solidFill>
              </a:rPr>
              <a:t>QA: Inspección de Material Recibido.</a:t>
            </a:r>
            <a:endParaRPr lang="en-US" sz="2000" dirty="0">
              <a:solidFill>
                <a:srgbClr val="3F1900"/>
              </a:solidFill>
            </a:endParaRPr>
          </a:p>
        </p:txBody>
      </p:sp>
      <p:sp>
        <p:nvSpPr>
          <p:cNvPr id="4" name="Content Placeholder 3"/>
          <p:cNvSpPr txBox="1">
            <a:spLocks/>
          </p:cNvSpPr>
          <p:nvPr/>
        </p:nvSpPr>
        <p:spPr>
          <a:xfrm>
            <a:off x="1331640" y="1196753"/>
            <a:ext cx="7488832" cy="5137780"/>
          </a:xfrm>
          <a:prstGeom prst="rect">
            <a:avLst/>
          </a:prstGeom>
        </p:spPr>
        <p:txBody>
          <a:bodyPr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Font typeface="Arial" panose="020B0604020202020204" pitchFamily="34" charset="0"/>
              <a:buNone/>
            </a:pPr>
            <a:endParaRPr lang="en-US" sz="2000" i="1"/>
          </a:p>
        </p:txBody>
      </p:sp>
      <p:sp>
        <p:nvSpPr>
          <p:cNvPr id="10" name="Rectangle 9"/>
          <p:cNvSpPr/>
          <p:nvPr/>
        </p:nvSpPr>
        <p:spPr>
          <a:xfrm>
            <a:off x="1331640" y="1095133"/>
            <a:ext cx="763284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s-ES" sz="1200" b="0" i="0" dirty="0" smtClean="0">
                <a:solidFill>
                  <a:srgbClr val="222222"/>
                </a:solidFill>
                <a:effectLst/>
                <a:latin typeface="Segoe UI" panose="020B0502040204020203" pitchFamily="34" charset="0"/>
              </a:rPr>
              <a:t> Se </a:t>
            </a:r>
            <a:r>
              <a:rPr lang="es-ES" sz="1200" dirty="0" smtClean="0">
                <a:solidFill>
                  <a:srgbClr val="222222"/>
                </a:solidFill>
                <a:latin typeface="Segoe UI" panose="020B0502040204020203" pitchFamily="34" charset="0"/>
              </a:rPr>
              <a:t>creo pantalla para mostrar/Listar los artículos/No. Parte que contiene la orden de compra para su inspección.</a:t>
            </a:r>
            <a:endParaRPr lang="es-ES" sz="1200" b="0" i="0" dirty="0">
              <a:solidFill>
                <a:srgbClr val="222222"/>
              </a:solidFill>
              <a:effectLst/>
              <a:latin typeface="Segoe UI" panose="020B0502040204020203" pitchFamily="34" charset="0"/>
            </a:endParaRPr>
          </a:p>
        </p:txBody>
      </p:sp>
      <p:pic>
        <p:nvPicPr>
          <p:cNvPr id="2050" name="Picture 2" descr="C:\Users\Francisco Esteban\Documents\CONTROL_QUALITY\imagenes\LISTADO_ORDEN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03648" y="1556798"/>
            <a:ext cx="7416823" cy="51845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519010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 txBox="1">
            <a:spLocks/>
          </p:cNvSpPr>
          <p:nvPr/>
        </p:nvSpPr>
        <p:spPr>
          <a:xfrm>
            <a:off x="1087408" y="274638"/>
            <a:ext cx="7229008" cy="634082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s-ES" sz="2000" dirty="0" smtClean="0">
                <a:solidFill>
                  <a:srgbClr val="3F1900"/>
                </a:solidFill>
              </a:rPr>
              <a:t>QA: Inspección de Material Recibido.</a:t>
            </a:r>
            <a:endParaRPr lang="en-US" sz="2000" dirty="0">
              <a:solidFill>
                <a:srgbClr val="3F1900"/>
              </a:solidFill>
            </a:endParaRPr>
          </a:p>
        </p:txBody>
      </p:sp>
      <p:sp>
        <p:nvSpPr>
          <p:cNvPr id="4" name="Content Placeholder 3"/>
          <p:cNvSpPr txBox="1">
            <a:spLocks/>
          </p:cNvSpPr>
          <p:nvPr/>
        </p:nvSpPr>
        <p:spPr>
          <a:xfrm>
            <a:off x="1331640" y="1196753"/>
            <a:ext cx="7488832" cy="5137780"/>
          </a:xfrm>
          <a:prstGeom prst="rect">
            <a:avLst/>
          </a:prstGeom>
        </p:spPr>
        <p:txBody>
          <a:bodyPr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Font typeface="Arial" panose="020B0604020202020204" pitchFamily="34" charset="0"/>
              <a:buNone/>
            </a:pPr>
            <a:endParaRPr lang="en-US" sz="2000" i="1"/>
          </a:p>
        </p:txBody>
      </p:sp>
      <p:sp>
        <p:nvSpPr>
          <p:cNvPr id="10" name="Rectangle 9"/>
          <p:cNvSpPr/>
          <p:nvPr/>
        </p:nvSpPr>
        <p:spPr>
          <a:xfrm>
            <a:off x="1331640" y="1095133"/>
            <a:ext cx="7632848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s-ES" sz="1200" b="0" i="0" dirty="0" smtClean="0">
                <a:solidFill>
                  <a:srgbClr val="222222"/>
                </a:solidFill>
                <a:effectLst/>
                <a:latin typeface="Segoe UI" panose="020B0502040204020203" pitchFamily="34" charset="0"/>
              </a:rPr>
              <a:t> Se </a:t>
            </a:r>
            <a:r>
              <a:rPr lang="es-ES" sz="1200" dirty="0" smtClean="0">
                <a:solidFill>
                  <a:srgbClr val="222222"/>
                </a:solidFill>
                <a:latin typeface="Segoe UI" panose="020B0502040204020203" pitchFamily="34" charset="0"/>
              </a:rPr>
              <a:t>creo Ficha para la realización de las diferentes inspecciones para cada numero de parte en la orden.</a:t>
            </a:r>
            <a:endParaRPr lang="es-ES" sz="1200" b="0" i="0" dirty="0">
              <a:solidFill>
                <a:srgbClr val="222222"/>
              </a:solidFill>
              <a:effectLst/>
              <a:latin typeface="Segoe UI" panose="020B0502040204020203" pitchFamily="34" charset="0"/>
            </a:endParaRPr>
          </a:p>
        </p:txBody>
      </p:sp>
      <p:pic>
        <p:nvPicPr>
          <p:cNvPr id="3074" name="Picture 2" descr="C:\Users\Francisco Esteban\Documents\CONTROL_QUALITY\imagenes\FICHA_INSPECCION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03648" y="1412777"/>
            <a:ext cx="7488832" cy="52565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513615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 txBox="1">
            <a:spLocks/>
          </p:cNvSpPr>
          <p:nvPr/>
        </p:nvSpPr>
        <p:spPr>
          <a:xfrm>
            <a:off x="1187624" y="2564904"/>
            <a:ext cx="7772400" cy="14700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MX" b="1" dirty="0">
                <a:latin typeface="Century Gothic" panose="020B0502020202020204" pitchFamily="34" charset="0"/>
              </a:rPr>
              <a:t>2</a:t>
            </a:r>
            <a:r>
              <a:rPr lang="es-MX" b="1" dirty="0" smtClean="0">
                <a:latin typeface="Century Gothic" panose="020B0502020202020204" pitchFamily="34" charset="0"/>
              </a:rPr>
              <a:t>1/08/2020 – 27/08/2020</a:t>
            </a:r>
            <a:endParaRPr lang="es-MX" dirty="0">
              <a:latin typeface="Century Gothic" panose="020B0502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964695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 txBox="1">
            <a:spLocks/>
          </p:cNvSpPr>
          <p:nvPr/>
        </p:nvSpPr>
        <p:spPr>
          <a:xfrm>
            <a:off x="1087408" y="274638"/>
            <a:ext cx="7229008" cy="634082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s-ES" sz="2000" dirty="0" smtClean="0">
                <a:solidFill>
                  <a:srgbClr val="3F1900"/>
                </a:solidFill>
              </a:rPr>
              <a:t>QA: Inspección de Material Recibido.</a:t>
            </a:r>
            <a:endParaRPr lang="en-US" sz="2000" dirty="0">
              <a:solidFill>
                <a:srgbClr val="3F1900"/>
              </a:solidFill>
            </a:endParaRPr>
          </a:p>
        </p:txBody>
      </p:sp>
      <p:sp>
        <p:nvSpPr>
          <p:cNvPr id="4" name="Content Placeholder 3"/>
          <p:cNvSpPr txBox="1">
            <a:spLocks/>
          </p:cNvSpPr>
          <p:nvPr/>
        </p:nvSpPr>
        <p:spPr>
          <a:xfrm>
            <a:off x="1331640" y="1196753"/>
            <a:ext cx="7488832" cy="5137780"/>
          </a:xfrm>
          <a:prstGeom prst="rect">
            <a:avLst/>
          </a:prstGeom>
        </p:spPr>
        <p:txBody>
          <a:bodyPr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Font typeface="Arial" panose="020B0604020202020204" pitchFamily="34" charset="0"/>
              <a:buNone/>
            </a:pPr>
            <a:endParaRPr lang="en-US" sz="2000" i="1"/>
          </a:p>
        </p:txBody>
      </p:sp>
      <p:sp>
        <p:nvSpPr>
          <p:cNvPr id="10" name="Rectangle 9"/>
          <p:cNvSpPr/>
          <p:nvPr/>
        </p:nvSpPr>
        <p:spPr>
          <a:xfrm>
            <a:off x="1331640" y="1095133"/>
            <a:ext cx="7632848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s-ES" sz="1200" b="0" i="0" dirty="0" smtClean="0">
                <a:solidFill>
                  <a:srgbClr val="222222"/>
                </a:solidFill>
                <a:effectLst/>
                <a:latin typeface="Segoe UI" panose="020B0502040204020203" pitchFamily="34" charset="0"/>
              </a:rPr>
              <a:t> Se </a:t>
            </a:r>
            <a:r>
              <a:rPr lang="es-ES" sz="1200" dirty="0" smtClean="0">
                <a:solidFill>
                  <a:srgbClr val="222222"/>
                </a:solidFill>
                <a:latin typeface="Segoe UI" panose="020B0502040204020203" pitchFamily="34" charset="0"/>
              </a:rPr>
              <a:t>creo pantalla para mostrar los mostrar los números de parte que serán configurados para inspección.</a:t>
            </a:r>
            <a:endParaRPr lang="es-ES" sz="1200" b="0" i="0" dirty="0">
              <a:solidFill>
                <a:srgbClr val="222222"/>
              </a:solidFill>
              <a:effectLst/>
              <a:latin typeface="Segoe UI" panose="020B0502040204020203" pitchFamily="34" charset="0"/>
            </a:endParaRPr>
          </a:p>
        </p:txBody>
      </p:sp>
      <p:pic>
        <p:nvPicPr>
          <p:cNvPr id="1027" name="Picture 3" descr="C:\Users\Francisco Esteban\Documents\CONTROL_QUALITY\imagenes\LISTADO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46634" y="1372132"/>
            <a:ext cx="7458844" cy="51904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663986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 txBox="1">
            <a:spLocks/>
          </p:cNvSpPr>
          <p:nvPr/>
        </p:nvSpPr>
        <p:spPr>
          <a:xfrm>
            <a:off x="1087408" y="274638"/>
            <a:ext cx="7229008" cy="634082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s-ES" sz="2000" dirty="0" smtClean="0">
                <a:solidFill>
                  <a:srgbClr val="3F1900"/>
                </a:solidFill>
              </a:rPr>
              <a:t>QA: Inspección de Material Recibido.</a:t>
            </a:r>
            <a:endParaRPr lang="en-US" sz="2000" dirty="0">
              <a:solidFill>
                <a:srgbClr val="3F1900"/>
              </a:solidFill>
            </a:endParaRPr>
          </a:p>
        </p:txBody>
      </p:sp>
      <p:sp>
        <p:nvSpPr>
          <p:cNvPr id="4" name="Content Placeholder 3"/>
          <p:cNvSpPr txBox="1">
            <a:spLocks/>
          </p:cNvSpPr>
          <p:nvPr/>
        </p:nvSpPr>
        <p:spPr>
          <a:xfrm>
            <a:off x="1331640" y="1196753"/>
            <a:ext cx="7488832" cy="5137780"/>
          </a:xfrm>
          <a:prstGeom prst="rect">
            <a:avLst/>
          </a:prstGeom>
        </p:spPr>
        <p:txBody>
          <a:bodyPr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Font typeface="Arial" panose="020B0604020202020204" pitchFamily="34" charset="0"/>
              <a:buNone/>
            </a:pPr>
            <a:endParaRPr lang="en-US" sz="2000" i="1"/>
          </a:p>
        </p:txBody>
      </p:sp>
      <p:sp>
        <p:nvSpPr>
          <p:cNvPr id="10" name="Rectangle 9"/>
          <p:cNvSpPr/>
          <p:nvPr/>
        </p:nvSpPr>
        <p:spPr>
          <a:xfrm>
            <a:off x="1331640" y="1095133"/>
            <a:ext cx="7632848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s-ES" sz="1200" b="0" i="0" dirty="0" smtClean="0">
                <a:solidFill>
                  <a:srgbClr val="222222"/>
                </a:solidFill>
                <a:effectLst/>
                <a:latin typeface="Segoe UI" panose="020B0502040204020203" pitchFamily="34" charset="0"/>
              </a:rPr>
              <a:t> Se </a:t>
            </a:r>
            <a:r>
              <a:rPr lang="es-ES" sz="1200" dirty="0" smtClean="0">
                <a:solidFill>
                  <a:srgbClr val="222222"/>
                </a:solidFill>
                <a:latin typeface="Segoe UI" panose="020B0502040204020203" pitchFamily="34" charset="0"/>
              </a:rPr>
              <a:t>creo Ficha para capturar revisiones/inspección que se le realizara al numero de parte.</a:t>
            </a:r>
            <a:endParaRPr lang="es-ES" sz="1200" b="0" i="0" dirty="0">
              <a:solidFill>
                <a:srgbClr val="222222"/>
              </a:solidFill>
              <a:effectLst/>
              <a:latin typeface="Segoe UI" panose="020B0502040204020203" pitchFamily="34" charset="0"/>
            </a:endParaRPr>
          </a:p>
        </p:txBody>
      </p:sp>
      <p:pic>
        <p:nvPicPr>
          <p:cNvPr id="2050" name="Picture 2" descr="C:\Users\Francisco Esteban\Documents\CONTROL_QUALITY\imagenes\FICHA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59632" y="1422344"/>
            <a:ext cx="7634179" cy="52470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339918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11141</TotalTime>
  <Words>335</Words>
  <Application>Microsoft Office PowerPoint</Application>
  <PresentationFormat>On-screen Show (4:3)</PresentationFormat>
  <Paragraphs>27</Paragraphs>
  <Slides>15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6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AX DE LA ROSA</dc:creator>
  <cp:lastModifiedBy>Francisco Esteban</cp:lastModifiedBy>
  <cp:revision>222</cp:revision>
  <dcterms:created xsi:type="dcterms:W3CDTF">2019-09-04T16:36:39Z</dcterms:created>
  <dcterms:modified xsi:type="dcterms:W3CDTF">2020-09-09T21:39:31Z</dcterms:modified>
</cp:coreProperties>
</file>