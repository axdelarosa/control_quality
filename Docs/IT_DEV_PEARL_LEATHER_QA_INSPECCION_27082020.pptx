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9"/>
  </p:notesMasterIdLst>
  <p:sldIdLst>
    <p:sldId id="344" r:id="rId2"/>
    <p:sldId id="394" r:id="rId3"/>
    <p:sldId id="395" r:id="rId4"/>
    <p:sldId id="396" r:id="rId5"/>
    <p:sldId id="393" r:id="rId6"/>
    <p:sldId id="391" r:id="rId7"/>
    <p:sldId id="392" r:id="rId8"/>
  </p:sldIdLst>
  <p:sldSz cx="9144000" cy="6858000" type="screen4x3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 xmlns="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3F19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xmlns="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3480" autoAdjust="0"/>
    <p:restoredTop sz="94343" autoAdjust="0"/>
  </p:normalViewPr>
  <p:slideViewPr>
    <p:cSldViewPr>
      <p:cViewPr>
        <p:scale>
          <a:sx n="90" d="100"/>
          <a:sy n="90" d="100"/>
        </p:scale>
        <p:origin x="-1334" y="-38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17B1792-3256-4E77-8442-3E205CD69EF5}" type="datetimeFigureOut">
              <a:rPr lang="en-US" smtClean="0"/>
              <a:t>9/3/2020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2A94EBC-6D71-45FE-903C-8A150E9C6E3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580306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558649-2619-44F9-8F30-2D6466E57529}" type="datetimeFigureOut">
              <a:rPr lang="en-US" smtClean="0"/>
              <a:t>9/3/2020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22C82F-0308-4DBA-BE8F-4BAE5E1F79A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6071110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558649-2619-44F9-8F30-2D6466E57529}" type="datetimeFigureOut">
              <a:rPr lang="en-US" smtClean="0"/>
              <a:t>9/3/2020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22C82F-0308-4DBA-BE8F-4BAE5E1F79A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9260744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558649-2619-44F9-8F30-2D6466E57529}" type="datetimeFigureOut">
              <a:rPr lang="en-US" smtClean="0"/>
              <a:t>9/3/2020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22C82F-0308-4DBA-BE8F-4BAE5E1F79A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8765660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558649-2619-44F9-8F30-2D6466E57529}" type="datetimeFigureOut">
              <a:rPr lang="en-US" smtClean="0"/>
              <a:t>9/3/2020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22C82F-0308-4DBA-BE8F-4BAE5E1F79A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5595308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558649-2619-44F9-8F30-2D6466E57529}" type="datetimeFigureOut">
              <a:rPr lang="en-US" smtClean="0"/>
              <a:t>9/3/2020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22C82F-0308-4DBA-BE8F-4BAE5E1F79A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0022925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558649-2619-44F9-8F30-2D6466E57529}" type="datetimeFigureOut">
              <a:rPr lang="en-US" smtClean="0"/>
              <a:t>9/3/2020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22C82F-0308-4DBA-BE8F-4BAE5E1F79A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1526598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558649-2619-44F9-8F30-2D6466E57529}" type="datetimeFigureOut">
              <a:rPr lang="en-US" smtClean="0"/>
              <a:t>9/3/2020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22C82F-0308-4DBA-BE8F-4BAE5E1F79A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0849782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558649-2619-44F9-8F30-2D6466E57529}" type="datetimeFigureOut">
              <a:rPr lang="en-US" smtClean="0"/>
              <a:t>9/3/2020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22C82F-0308-4DBA-BE8F-4BAE5E1F79A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8421629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558649-2619-44F9-8F30-2D6466E57529}" type="datetimeFigureOut">
              <a:rPr lang="en-US" smtClean="0"/>
              <a:t>9/3/2020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22C82F-0308-4DBA-BE8F-4BAE5E1F79A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9786770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558649-2619-44F9-8F30-2D6466E57529}" type="datetimeFigureOut">
              <a:rPr lang="en-US" smtClean="0"/>
              <a:t>9/3/2020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22C82F-0308-4DBA-BE8F-4BAE5E1F79A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1016195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558649-2619-44F9-8F30-2D6466E57529}" type="datetimeFigureOut">
              <a:rPr lang="en-US" smtClean="0"/>
              <a:t>9/3/2020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22C82F-0308-4DBA-BE8F-4BAE5E1F79A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4508528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3">
            <a:lum/>
          </a:blip>
          <a:srcRect/>
          <a:stretch>
            <a:fillRect l="-13000" r="-13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7558649-2619-44F9-8F30-2D6466E57529}" type="datetimeFigureOut">
              <a:rPr lang="en-US" smtClean="0"/>
              <a:t>9/3/2020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B22C82F-0308-4DBA-BE8F-4BAE5E1F79A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050617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/>
          <p:cNvSpPr txBox="1">
            <a:spLocks/>
          </p:cNvSpPr>
          <p:nvPr/>
        </p:nvSpPr>
        <p:spPr>
          <a:xfrm>
            <a:off x="1187624" y="2564904"/>
            <a:ext cx="7772400" cy="14700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s-MX" b="1" dirty="0" smtClean="0">
                <a:latin typeface="Century Gothic" panose="020B0502020202020204" pitchFamily="34" charset="0"/>
              </a:rPr>
              <a:t>2</a:t>
            </a:r>
            <a:r>
              <a:rPr lang="es-MX" b="1" dirty="0">
                <a:latin typeface="Century Gothic" panose="020B0502020202020204" pitchFamily="34" charset="0"/>
              </a:rPr>
              <a:t>8</a:t>
            </a:r>
            <a:r>
              <a:rPr lang="es-MX" b="1" dirty="0" smtClean="0">
                <a:latin typeface="Century Gothic" panose="020B0502020202020204" pitchFamily="34" charset="0"/>
              </a:rPr>
              <a:t>/08/2020 </a:t>
            </a:r>
            <a:r>
              <a:rPr lang="es-MX" b="1" dirty="0" smtClean="0">
                <a:latin typeface="Century Gothic" panose="020B0502020202020204" pitchFamily="34" charset="0"/>
              </a:rPr>
              <a:t>– </a:t>
            </a:r>
            <a:r>
              <a:rPr lang="es-MX" b="1" dirty="0" smtClean="0">
                <a:latin typeface="Century Gothic" panose="020B0502020202020204" pitchFamily="34" charset="0"/>
              </a:rPr>
              <a:t>03</a:t>
            </a:r>
            <a:r>
              <a:rPr lang="es-MX" b="1" dirty="0" smtClean="0">
                <a:latin typeface="Century Gothic" panose="020B0502020202020204" pitchFamily="34" charset="0"/>
              </a:rPr>
              <a:t>/09/2020</a:t>
            </a:r>
            <a:endParaRPr lang="es-MX" dirty="0">
              <a:latin typeface="Century Gothic" panose="020B0502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4907576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1"/>
          <p:cNvSpPr txBox="1">
            <a:spLocks/>
          </p:cNvSpPr>
          <p:nvPr/>
        </p:nvSpPr>
        <p:spPr>
          <a:xfrm>
            <a:off x="1087408" y="274638"/>
            <a:ext cx="7229008" cy="634082"/>
          </a:xfrm>
          <a:prstGeom prst="rect">
            <a:avLst/>
          </a:prstGeom>
        </p:spPr>
        <p:txBody>
          <a:bodyPr/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es-ES" sz="2000" dirty="0" smtClean="0">
                <a:solidFill>
                  <a:srgbClr val="3F1900"/>
                </a:solidFill>
              </a:rPr>
              <a:t>QA: Inspección de Material Recibido.</a:t>
            </a:r>
            <a:endParaRPr lang="en-US" sz="2000" dirty="0">
              <a:solidFill>
                <a:srgbClr val="3F1900"/>
              </a:solidFill>
            </a:endParaRPr>
          </a:p>
        </p:txBody>
      </p:sp>
      <p:sp>
        <p:nvSpPr>
          <p:cNvPr id="4" name="Content Placeholder 3"/>
          <p:cNvSpPr txBox="1">
            <a:spLocks/>
          </p:cNvSpPr>
          <p:nvPr/>
        </p:nvSpPr>
        <p:spPr>
          <a:xfrm>
            <a:off x="1331640" y="1196753"/>
            <a:ext cx="7488832" cy="5137780"/>
          </a:xfrm>
          <a:prstGeom prst="rect">
            <a:avLst/>
          </a:prstGeom>
        </p:spPr>
        <p:txBody>
          <a:bodyPr>
            <a:normAutofit/>
          </a:bodyPr>
          <a:lstStyle>
            <a:lvl1pPr marL="342900" indent="-3429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just">
              <a:buFont typeface="Arial" panose="020B0604020202020204" pitchFamily="34" charset="0"/>
              <a:buNone/>
            </a:pPr>
            <a:endParaRPr lang="en-US" sz="2000" i="1"/>
          </a:p>
        </p:txBody>
      </p:sp>
      <p:sp>
        <p:nvSpPr>
          <p:cNvPr id="10" name="Rectangle 9"/>
          <p:cNvSpPr/>
          <p:nvPr/>
        </p:nvSpPr>
        <p:spPr>
          <a:xfrm>
            <a:off x="1331640" y="1095133"/>
            <a:ext cx="7632848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buFont typeface="Arial" panose="020B0604020202020204" pitchFamily="34" charset="0"/>
              <a:buChar char="•"/>
            </a:pPr>
            <a:r>
              <a:rPr lang="es-ES" sz="1200" b="0" i="0" dirty="0" smtClean="0">
                <a:solidFill>
                  <a:srgbClr val="222222"/>
                </a:solidFill>
                <a:effectLst/>
                <a:latin typeface="Segoe UI" panose="020B0502040204020203" pitchFamily="34" charset="0"/>
              </a:rPr>
              <a:t> </a:t>
            </a:r>
            <a:r>
              <a:rPr lang="es-ES" sz="1200" b="0" i="0" dirty="0" smtClean="0">
                <a:solidFill>
                  <a:srgbClr val="222222"/>
                </a:solidFill>
                <a:effectLst/>
                <a:latin typeface="Segoe UI" panose="020B0502040204020203" pitchFamily="34" charset="0"/>
              </a:rPr>
              <a:t>Se modifico</a:t>
            </a:r>
            <a:r>
              <a:rPr lang="es-ES" sz="1200" dirty="0" smtClean="0">
                <a:solidFill>
                  <a:srgbClr val="222222"/>
                </a:solidFill>
                <a:latin typeface="Segoe UI" panose="020B0502040204020203" pitchFamily="34" charset="0"/>
              </a:rPr>
              <a:t> </a:t>
            </a:r>
            <a:r>
              <a:rPr lang="es-ES" sz="1200" dirty="0" smtClean="0">
                <a:solidFill>
                  <a:srgbClr val="222222"/>
                </a:solidFill>
                <a:latin typeface="Segoe UI" panose="020B0502040204020203" pitchFamily="34" charset="0"/>
              </a:rPr>
              <a:t>Ficha para </a:t>
            </a:r>
            <a:r>
              <a:rPr lang="es-ES" sz="1200" dirty="0" smtClean="0">
                <a:solidFill>
                  <a:srgbClr val="222222"/>
                </a:solidFill>
                <a:latin typeface="Segoe UI" panose="020B0502040204020203" pitchFamily="34" charset="0"/>
              </a:rPr>
              <a:t>la</a:t>
            </a:r>
            <a:r>
              <a:rPr lang="es-ES" sz="1200" dirty="0" smtClean="0">
                <a:solidFill>
                  <a:srgbClr val="222222"/>
                </a:solidFill>
                <a:latin typeface="Segoe UI" panose="020B0502040204020203" pitchFamily="34" charset="0"/>
              </a:rPr>
              <a:t> captura de los porcentajes que tendrá la inspección y cada una de las opciones así como la sumatoria de los porcentajes para el numero de parte.</a:t>
            </a:r>
            <a:endParaRPr lang="es-ES" sz="1200" b="0" i="0" dirty="0">
              <a:solidFill>
                <a:srgbClr val="222222"/>
              </a:solidFill>
              <a:effectLst/>
              <a:latin typeface="Segoe UI" panose="020B0502040204020203" pitchFamily="34" charset="0"/>
            </a:endParaRPr>
          </a:p>
        </p:txBody>
      </p:sp>
      <p:pic>
        <p:nvPicPr>
          <p:cNvPr id="1027" name="Picture 3" descr="C:\Users\Francisco Esteban\Documents\CONTROL_QUALITY\imagenes\FICHA_V2.png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03648" y="1556792"/>
            <a:ext cx="7416502" cy="511256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Rectangle 1"/>
          <p:cNvSpPr/>
          <p:nvPr/>
        </p:nvSpPr>
        <p:spPr>
          <a:xfrm>
            <a:off x="7020272" y="3501008"/>
            <a:ext cx="720080" cy="311429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/>
          <p:cNvSpPr/>
          <p:nvPr/>
        </p:nvSpPr>
        <p:spPr>
          <a:xfrm>
            <a:off x="1691680" y="4293096"/>
            <a:ext cx="5328592" cy="2880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/>
          <p:cNvSpPr/>
          <p:nvPr/>
        </p:nvSpPr>
        <p:spPr>
          <a:xfrm>
            <a:off x="6804248" y="4725144"/>
            <a:ext cx="1440160" cy="216024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9351276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1"/>
          <p:cNvSpPr txBox="1">
            <a:spLocks/>
          </p:cNvSpPr>
          <p:nvPr/>
        </p:nvSpPr>
        <p:spPr>
          <a:xfrm>
            <a:off x="1087408" y="274638"/>
            <a:ext cx="7229008" cy="634082"/>
          </a:xfrm>
          <a:prstGeom prst="rect">
            <a:avLst/>
          </a:prstGeom>
        </p:spPr>
        <p:txBody>
          <a:bodyPr/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es-ES" sz="2000" dirty="0" smtClean="0">
                <a:solidFill>
                  <a:srgbClr val="3F1900"/>
                </a:solidFill>
              </a:rPr>
              <a:t>QA: Inspección de Material Recibido.</a:t>
            </a:r>
            <a:endParaRPr lang="en-US" sz="2000" dirty="0">
              <a:solidFill>
                <a:srgbClr val="3F1900"/>
              </a:solidFill>
            </a:endParaRPr>
          </a:p>
        </p:txBody>
      </p:sp>
      <p:sp>
        <p:nvSpPr>
          <p:cNvPr id="4" name="Content Placeholder 3"/>
          <p:cNvSpPr txBox="1">
            <a:spLocks/>
          </p:cNvSpPr>
          <p:nvPr/>
        </p:nvSpPr>
        <p:spPr>
          <a:xfrm>
            <a:off x="1331640" y="1196753"/>
            <a:ext cx="7488832" cy="5137780"/>
          </a:xfrm>
          <a:prstGeom prst="rect">
            <a:avLst/>
          </a:prstGeom>
        </p:spPr>
        <p:txBody>
          <a:bodyPr>
            <a:normAutofit/>
          </a:bodyPr>
          <a:lstStyle>
            <a:lvl1pPr marL="342900" indent="-3429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just">
              <a:buFont typeface="Arial" panose="020B0604020202020204" pitchFamily="34" charset="0"/>
              <a:buNone/>
            </a:pPr>
            <a:endParaRPr lang="en-US" sz="2000" i="1"/>
          </a:p>
        </p:txBody>
      </p:sp>
      <p:sp>
        <p:nvSpPr>
          <p:cNvPr id="10" name="Rectangle 9"/>
          <p:cNvSpPr/>
          <p:nvPr/>
        </p:nvSpPr>
        <p:spPr>
          <a:xfrm>
            <a:off x="1331640" y="1095133"/>
            <a:ext cx="7632848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buFont typeface="Arial" panose="020B0604020202020204" pitchFamily="34" charset="0"/>
              <a:buChar char="•"/>
            </a:pPr>
            <a:r>
              <a:rPr lang="es-ES" sz="1200" b="0" i="0" dirty="0" smtClean="0">
                <a:solidFill>
                  <a:srgbClr val="222222"/>
                </a:solidFill>
                <a:effectLst/>
                <a:latin typeface="Segoe UI" panose="020B0502040204020203" pitchFamily="34" charset="0"/>
              </a:rPr>
              <a:t> Se </a:t>
            </a:r>
            <a:r>
              <a:rPr lang="es-ES" sz="1200" dirty="0" smtClean="0">
                <a:solidFill>
                  <a:srgbClr val="222222"/>
                </a:solidFill>
                <a:latin typeface="Segoe UI" panose="020B0502040204020203" pitchFamily="34" charset="0"/>
              </a:rPr>
              <a:t>creo pantalla para </a:t>
            </a:r>
            <a:r>
              <a:rPr lang="es-ES" sz="1200" dirty="0" smtClean="0">
                <a:solidFill>
                  <a:srgbClr val="222222"/>
                </a:solidFill>
                <a:latin typeface="Segoe UI" panose="020B0502040204020203" pitchFamily="34" charset="0"/>
              </a:rPr>
              <a:t>mostrar/Listar los artículos/No. Parte que contiene la orden de compra para su inspección.</a:t>
            </a:r>
            <a:endParaRPr lang="es-ES" sz="1200" b="0" i="0" dirty="0">
              <a:solidFill>
                <a:srgbClr val="222222"/>
              </a:solidFill>
              <a:effectLst/>
              <a:latin typeface="Segoe UI" panose="020B0502040204020203" pitchFamily="34" charset="0"/>
            </a:endParaRPr>
          </a:p>
        </p:txBody>
      </p:sp>
      <p:pic>
        <p:nvPicPr>
          <p:cNvPr id="2050" name="Picture 2" descr="C:\Users\Francisco Esteban\Documents\CONTROL_QUALITY\imagenes\LISTADO_ORDEN.png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03648" y="1556798"/>
            <a:ext cx="7416823" cy="518457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65190103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1"/>
          <p:cNvSpPr txBox="1">
            <a:spLocks/>
          </p:cNvSpPr>
          <p:nvPr/>
        </p:nvSpPr>
        <p:spPr>
          <a:xfrm>
            <a:off x="1087408" y="274638"/>
            <a:ext cx="7229008" cy="634082"/>
          </a:xfrm>
          <a:prstGeom prst="rect">
            <a:avLst/>
          </a:prstGeom>
        </p:spPr>
        <p:txBody>
          <a:bodyPr/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es-ES" sz="2000" dirty="0" smtClean="0">
                <a:solidFill>
                  <a:srgbClr val="3F1900"/>
                </a:solidFill>
              </a:rPr>
              <a:t>QA: Inspección de Material Recibido.</a:t>
            </a:r>
            <a:endParaRPr lang="en-US" sz="2000" dirty="0">
              <a:solidFill>
                <a:srgbClr val="3F1900"/>
              </a:solidFill>
            </a:endParaRPr>
          </a:p>
        </p:txBody>
      </p:sp>
      <p:sp>
        <p:nvSpPr>
          <p:cNvPr id="4" name="Content Placeholder 3"/>
          <p:cNvSpPr txBox="1">
            <a:spLocks/>
          </p:cNvSpPr>
          <p:nvPr/>
        </p:nvSpPr>
        <p:spPr>
          <a:xfrm>
            <a:off x="1331640" y="1196753"/>
            <a:ext cx="7488832" cy="5137780"/>
          </a:xfrm>
          <a:prstGeom prst="rect">
            <a:avLst/>
          </a:prstGeom>
        </p:spPr>
        <p:txBody>
          <a:bodyPr>
            <a:normAutofit/>
          </a:bodyPr>
          <a:lstStyle>
            <a:lvl1pPr marL="342900" indent="-3429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just">
              <a:buFont typeface="Arial" panose="020B0604020202020204" pitchFamily="34" charset="0"/>
              <a:buNone/>
            </a:pPr>
            <a:endParaRPr lang="en-US" sz="2000" i="1"/>
          </a:p>
        </p:txBody>
      </p:sp>
      <p:sp>
        <p:nvSpPr>
          <p:cNvPr id="10" name="Rectangle 9"/>
          <p:cNvSpPr/>
          <p:nvPr/>
        </p:nvSpPr>
        <p:spPr>
          <a:xfrm>
            <a:off x="1331640" y="1095133"/>
            <a:ext cx="7632848" cy="27699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buFont typeface="Arial" panose="020B0604020202020204" pitchFamily="34" charset="0"/>
              <a:buChar char="•"/>
            </a:pPr>
            <a:r>
              <a:rPr lang="es-ES" sz="1200" b="0" i="0" dirty="0" smtClean="0">
                <a:solidFill>
                  <a:srgbClr val="222222"/>
                </a:solidFill>
                <a:effectLst/>
                <a:latin typeface="Segoe UI" panose="020B0502040204020203" pitchFamily="34" charset="0"/>
              </a:rPr>
              <a:t> </a:t>
            </a:r>
            <a:r>
              <a:rPr lang="es-ES" sz="1200" b="0" i="0" dirty="0" smtClean="0">
                <a:solidFill>
                  <a:srgbClr val="222222"/>
                </a:solidFill>
                <a:effectLst/>
                <a:latin typeface="Segoe UI" panose="020B0502040204020203" pitchFamily="34" charset="0"/>
              </a:rPr>
              <a:t>Se </a:t>
            </a:r>
            <a:r>
              <a:rPr lang="es-ES" sz="1200" dirty="0" smtClean="0">
                <a:solidFill>
                  <a:srgbClr val="222222"/>
                </a:solidFill>
                <a:latin typeface="Segoe UI" panose="020B0502040204020203" pitchFamily="34" charset="0"/>
              </a:rPr>
              <a:t>creo </a:t>
            </a:r>
            <a:r>
              <a:rPr lang="es-ES" sz="1200" dirty="0" smtClean="0">
                <a:solidFill>
                  <a:srgbClr val="222222"/>
                </a:solidFill>
                <a:latin typeface="Segoe UI" panose="020B0502040204020203" pitchFamily="34" charset="0"/>
              </a:rPr>
              <a:t>Ficha </a:t>
            </a:r>
            <a:r>
              <a:rPr lang="es-ES" sz="1200" dirty="0" smtClean="0">
                <a:solidFill>
                  <a:srgbClr val="222222"/>
                </a:solidFill>
                <a:latin typeface="Segoe UI" panose="020B0502040204020203" pitchFamily="34" charset="0"/>
              </a:rPr>
              <a:t>para </a:t>
            </a:r>
            <a:r>
              <a:rPr lang="es-ES" sz="1200" dirty="0" smtClean="0">
                <a:solidFill>
                  <a:srgbClr val="222222"/>
                </a:solidFill>
                <a:latin typeface="Segoe UI" panose="020B0502040204020203" pitchFamily="34" charset="0"/>
              </a:rPr>
              <a:t>la</a:t>
            </a:r>
            <a:r>
              <a:rPr lang="es-ES" sz="1200" dirty="0" smtClean="0">
                <a:solidFill>
                  <a:srgbClr val="222222"/>
                </a:solidFill>
                <a:latin typeface="Segoe UI" panose="020B0502040204020203" pitchFamily="34" charset="0"/>
              </a:rPr>
              <a:t> realización de las diferentes inspecciones para cada numero de parte en la orden.</a:t>
            </a:r>
            <a:endParaRPr lang="es-ES" sz="1200" b="0" i="0" dirty="0">
              <a:solidFill>
                <a:srgbClr val="222222"/>
              </a:solidFill>
              <a:effectLst/>
              <a:latin typeface="Segoe UI" panose="020B0502040204020203" pitchFamily="34" charset="0"/>
            </a:endParaRPr>
          </a:p>
        </p:txBody>
      </p:sp>
      <p:pic>
        <p:nvPicPr>
          <p:cNvPr id="3074" name="Picture 2" descr="C:\Users\Francisco Esteban\Documents\CONTROL_QUALITY\imagenes\FICHA_INSPECCION.png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03648" y="1412777"/>
            <a:ext cx="7488832" cy="525658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15136156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/>
          <p:cNvSpPr txBox="1">
            <a:spLocks/>
          </p:cNvSpPr>
          <p:nvPr/>
        </p:nvSpPr>
        <p:spPr>
          <a:xfrm>
            <a:off x="1187624" y="2564904"/>
            <a:ext cx="7772400" cy="14700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s-MX" b="1" dirty="0">
                <a:latin typeface="Century Gothic" panose="020B0502020202020204" pitchFamily="34" charset="0"/>
              </a:rPr>
              <a:t>2</a:t>
            </a:r>
            <a:r>
              <a:rPr lang="es-MX" b="1" dirty="0" smtClean="0">
                <a:latin typeface="Century Gothic" panose="020B0502020202020204" pitchFamily="34" charset="0"/>
              </a:rPr>
              <a:t>1/08/2020 – 27/08/2020</a:t>
            </a:r>
            <a:endParaRPr lang="es-MX" dirty="0">
              <a:latin typeface="Century Gothic" panose="020B0502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89646953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1"/>
          <p:cNvSpPr txBox="1">
            <a:spLocks/>
          </p:cNvSpPr>
          <p:nvPr/>
        </p:nvSpPr>
        <p:spPr>
          <a:xfrm>
            <a:off x="1087408" y="274638"/>
            <a:ext cx="7229008" cy="634082"/>
          </a:xfrm>
          <a:prstGeom prst="rect">
            <a:avLst/>
          </a:prstGeom>
        </p:spPr>
        <p:txBody>
          <a:bodyPr/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es-ES" sz="2000" dirty="0" smtClean="0">
                <a:solidFill>
                  <a:srgbClr val="3F1900"/>
                </a:solidFill>
              </a:rPr>
              <a:t>QA: Inspección de Material Recibido.</a:t>
            </a:r>
            <a:endParaRPr lang="en-US" sz="2000" dirty="0">
              <a:solidFill>
                <a:srgbClr val="3F1900"/>
              </a:solidFill>
            </a:endParaRPr>
          </a:p>
        </p:txBody>
      </p:sp>
      <p:sp>
        <p:nvSpPr>
          <p:cNvPr id="4" name="Content Placeholder 3"/>
          <p:cNvSpPr txBox="1">
            <a:spLocks/>
          </p:cNvSpPr>
          <p:nvPr/>
        </p:nvSpPr>
        <p:spPr>
          <a:xfrm>
            <a:off x="1331640" y="1196753"/>
            <a:ext cx="7488832" cy="5137780"/>
          </a:xfrm>
          <a:prstGeom prst="rect">
            <a:avLst/>
          </a:prstGeom>
        </p:spPr>
        <p:txBody>
          <a:bodyPr>
            <a:normAutofit/>
          </a:bodyPr>
          <a:lstStyle>
            <a:lvl1pPr marL="342900" indent="-3429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just">
              <a:buFont typeface="Arial" panose="020B0604020202020204" pitchFamily="34" charset="0"/>
              <a:buNone/>
            </a:pPr>
            <a:endParaRPr lang="en-US" sz="2000" i="1"/>
          </a:p>
        </p:txBody>
      </p:sp>
      <p:sp>
        <p:nvSpPr>
          <p:cNvPr id="10" name="Rectangle 9"/>
          <p:cNvSpPr/>
          <p:nvPr/>
        </p:nvSpPr>
        <p:spPr>
          <a:xfrm>
            <a:off x="1331640" y="1095133"/>
            <a:ext cx="7632848" cy="27699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buFont typeface="Arial" panose="020B0604020202020204" pitchFamily="34" charset="0"/>
              <a:buChar char="•"/>
            </a:pPr>
            <a:r>
              <a:rPr lang="es-ES" sz="1200" b="0" i="0" dirty="0" smtClean="0">
                <a:solidFill>
                  <a:srgbClr val="222222"/>
                </a:solidFill>
                <a:effectLst/>
                <a:latin typeface="Segoe UI" panose="020B0502040204020203" pitchFamily="34" charset="0"/>
              </a:rPr>
              <a:t> Se </a:t>
            </a:r>
            <a:r>
              <a:rPr lang="es-ES" sz="1200" dirty="0" smtClean="0">
                <a:solidFill>
                  <a:srgbClr val="222222"/>
                </a:solidFill>
                <a:latin typeface="Segoe UI" panose="020B0502040204020203" pitchFamily="34" charset="0"/>
              </a:rPr>
              <a:t>creo pantalla para mostrar los mostrar los números de parte que serán configurados para inspección.</a:t>
            </a:r>
            <a:endParaRPr lang="es-ES" sz="1200" b="0" i="0" dirty="0">
              <a:solidFill>
                <a:srgbClr val="222222"/>
              </a:solidFill>
              <a:effectLst/>
              <a:latin typeface="Segoe UI" panose="020B0502040204020203" pitchFamily="34" charset="0"/>
            </a:endParaRPr>
          </a:p>
        </p:txBody>
      </p:sp>
      <p:pic>
        <p:nvPicPr>
          <p:cNvPr id="1027" name="Picture 3" descr="C:\Users\Francisco Esteban\Documents\CONTROL_QUALITY\imagenes\LISTADO.png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46634" y="1372132"/>
            <a:ext cx="7458844" cy="519048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86639861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1"/>
          <p:cNvSpPr txBox="1">
            <a:spLocks/>
          </p:cNvSpPr>
          <p:nvPr/>
        </p:nvSpPr>
        <p:spPr>
          <a:xfrm>
            <a:off x="1087408" y="274638"/>
            <a:ext cx="7229008" cy="634082"/>
          </a:xfrm>
          <a:prstGeom prst="rect">
            <a:avLst/>
          </a:prstGeom>
        </p:spPr>
        <p:txBody>
          <a:bodyPr/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es-ES" sz="2000" dirty="0" smtClean="0">
                <a:solidFill>
                  <a:srgbClr val="3F1900"/>
                </a:solidFill>
              </a:rPr>
              <a:t>QA: Inspección de Material Recibido.</a:t>
            </a:r>
            <a:endParaRPr lang="en-US" sz="2000" dirty="0">
              <a:solidFill>
                <a:srgbClr val="3F1900"/>
              </a:solidFill>
            </a:endParaRPr>
          </a:p>
        </p:txBody>
      </p:sp>
      <p:sp>
        <p:nvSpPr>
          <p:cNvPr id="4" name="Content Placeholder 3"/>
          <p:cNvSpPr txBox="1">
            <a:spLocks/>
          </p:cNvSpPr>
          <p:nvPr/>
        </p:nvSpPr>
        <p:spPr>
          <a:xfrm>
            <a:off x="1331640" y="1196753"/>
            <a:ext cx="7488832" cy="5137780"/>
          </a:xfrm>
          <a:prstGeom prst="rect">
            <a:avLst/>
          </a:prstGeom>
        </p:spPr>
        <p:txBody>
          <a:bodyPr>
            <a:normAutofit/>
          </a:bodyPr>
          <a:lstStyle>
            <a:lvl1pPr marL="342900" indent="-3429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just">
              <a:buFont typeface="Arial" panose="020B0604020202020204" pitchFamily="34" charset="0"/>
              <a:buNone/>
            </a:pPr>
            <a:endParaRPr lang="en-US" sz="2000" i="1"/>
          </a:p>
        </p:txBody>
      </p:sp>
      <p:sp>
        <p:nvSpPr>
          <p:cNvPr id="10" name="Rectangle 9"/>
          <p:cNvSpPr/>
          <p:nvPr/>
        </p:nvSpPr>
        <p:spPr>
          <a:xfrm>
            <a:off x="1331640" y="1095133"/>
            <a:ext cx="7632848" cy="27699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buFont typeface="Arial" panose="020B0604020202020204" pitchFamily="34" charset="0"/>
              <a:buChar char="•"/>
            </a:pPr>
            <a:r>
              <a:rPr lang="es-ES" sz="1200" b="0" i="0" dirty="0" smtClean="0">
                <a:solidFill>
                  <a:srgbClr val="222222"/>
                </a:solidFill>
                <a:effectLst/>
                <a:latin typeface="Segoe UI" panose="020B0502040204020203" pitchFamily="34" charset="0"/>
              </a:rPr>
              <a:t> Se </a:t>
            </a:r>
            <a:r>
              <a:rPr lang="es-ES" sz="1200" dirty="0" smtClean="0">
                <a:solidFill>
                  <a:srgbClr val="222222"/>
                </a:solidFill>
                <a:latin typeface="Segoe UI" panose="020B0502040204020203" pitchFamily="34" charset="0"/>
              </a:rPr>
              <a:t>creo Ficha para capturar revisiones/inspección que se le realizara al numero de parte.</a:t>
            </a:r>
            <a:endParaRPr lang="es-ES" sz="1200" b="0" i="0" dirty="0">
              <a:solidFill>
                <a:srgbClr val="222222"/>
              </a:solidFill>
              <a:effectLst/>
              <a:latin typeface="Segoe UI" panose="020B0502040204020203" pitchFamily="34" charset="0"/>
            </a:endParaRPr>
          </a:p>
        </p:txBody>
      </p:sp>
      <p:pic>
        <p:nvPicPr>
          <p:cNvPr id="2050" name="Picture 2" descr="C:\Users\Francisco Esteban\Documents\CONTROL_QUALITY\imagenes\FICHA.png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59632" y="1422344"/>
            <a:ext cx="7634179" cy="524701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23399186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xmlns="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11100</TotalTime>
  <Words>148</Words>
  <Application>Microsoft Office PowerPoint</Application>
  <PresentationFormat>On-screen Show (4:3)</PresentationFormat>
  <Paragraphs>12</Paragraphs>
  <Slides>7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8" baseType="lpstr"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AX DE LA ROSA</dc:creator>
  <cp:lastModifiedBy>Francisco Esteban</cp:lastModifiedBy>
  <cp:revision>216</cp:revision>
  <dcterms:created xsi:type="dcterms:W3CDTF">2019-09-04T16:36:39Z</dcterms:created>
  <dcterms:modified xsi:type="dcterms:W3CDTF">2020-09-03T14:40:05Z</dcterms:modified>
</cp:coreProperties>
</file>