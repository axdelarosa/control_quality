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99" r:id="rId2"/>
    <p:sldId id="398" r:id="rId3"/>
    <p:sldId id="400" r:id="rId4"/>
    <p:sldId id="401" r:id="rId5"/>
    <p:sldId id="402" r:id="rId6"/>
    <p:sldId id="403" r:id="rId7"/>
    <p:sldId id="40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0" autoAdjust="0"/>
    <p:restoredTop sz="94343" autoAdjust="0"/>
  </p:normalViewPr>
  <p:slideViewPr>
    <p:cSldViewPr>
      <p:cViewPr>
        <p:scale>
          <a:sx n="90" d="100"/>
          <a:sy n="90" d="100"/>
        </p:scale>
        <p:origin x="-1334" y="-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antalla para Mostrar/Listar los números de parte que serán configurados para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7" name="Picture 3" descr="C:\Users\Francisco Esteban\Documents\CONTROL_QUALITY\imagenes\LISTAD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634" y="1372132"/>
            <a:ext cx="7617854" cy="536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30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modifico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 Ficha para la captura de cada una de las inspecciones para el numero de parte </a:t>
            </a:r>
            <a:r>
              <a:rPr lang="es-ES" sz="1200" b="1" dirty="0" smtClean="0">
                <a:solidFill>
                  <a:srgbClr val="222222"/>
                </a:solidFill>
                <a:latin typeface="Segoe UI" panose="020B0502040204020203" pitchFamily="34" charset="0"/>
              </a:rPr>
              <a:t>[Opción Múltiple].</a:t>
            </a:r>
            <a:endParaRPr lang="es-ES" sz="1200" b="1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ONTROL_QUALITY\imagenes\FICHA_No_Par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556798"/>
            <a:ext cx="7560840" cy="5099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24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modifico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 Ficha para la captura de cada una de las inspecciones para el numero de parte </a:t>
            </a:r>
            <a:r>
              <a:rPr lang="es-ES" sz="1200" b="1" dirty="0" smtClean="0">
                <a:solidFill>
                  <a:srgbClr val="222222"/>
                </a:solidFill>
                <a:latin typeface="Segoe UI" panose="020B0502040204020203" pitchFamily="34" charset="0"/>
              </a:rPr>
              <a:t>[Opción Evaluación].</a:t>
            </a:r>
            <a:endParaRPr lang="es-ES" sz="1200" b="1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074" name="Picture 2" descr="C:\Users\Francisco Esteban\Documents\CONTROL_QUALITY\imagenes\FICHA_No_Parte_opc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556797"/>
            <a:ext cx="7488832" cy="5037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154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Modifico pantalla para Mostrar/Listar los artículos/No. Parte que contiene la orden de compra para su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4099" name="Picture 3" descr="C:\Users\Francisco Esteban\Documents\CONTROL_QUALITY\imagenes\LISTADO_ORDEN_v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1628800"/>
            <a:ext cx="7488832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85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modifico Ficha para la realización de las diferentes inspecciones para cada numero de parte en la orden.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122" name="Picture 2" descr="C:\Users\Francisco Esteban\Documents\CONTROL_QUALITY\imagenes\FICHA_V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5" y="1445054"/>
            <a:ext cx="7366896" cy="515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99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modifico Ficha para la realización de las diferentes inspecciones para cada numero de parte en la orden.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6147" name="Picture 3" descr="C:\Users\Francisco Esteban\Documents\CONTROL_QUALITY\imagenes\FICHA_V3_opc_mu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1503090"/>
            <a:ext cx="7488832" cy="516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18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creo pantalla para Autorizar de manera manual los artículos/No. Parte con estatus </a:t>
            </a:r>
            <a:r>
              <a:rPr lang="es-ES" sz="1200" b="1" dirty="0" smtClean="0">
                <a:solidFill>
                  <a:srgbClr val="222222"/>
                </a:solidFill>
                <a:latin typeface="Segoe UI" panose="020B0502040204020203" pitchFamily="34" charset="0"/>
              </a:rPr>
              <a:t>Rechazado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2499" r="52398" b="24785"/>
          <a:stretch/>
        </p:blipFill>
        <p:spPr bwMode="auto">
          <a:xfrm>
            <a:off x="1331640" y="1484784"/>
            <a:ext cx="7632848" cy="5112568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171" name="Picture 3" descr="C:\Users\Francisco Esteban\Documents\CONTROL_QUALITY\imagenes\Pantalla_autorizar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21"/>
          <a:stretch/>
        </p:blipFill>
        <p:spPr bwMode="auto">
          <a:xfrm>
            <a:off x="1412859" y="3717032"/>
            <a:ext cx="7488832" cy="3096344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698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11141</TotalTime>
  <Words>184</Words>
  <Application>Microsoft Office PowerPoint</Application>
  <PresentationFormat>On-screen Show (4:3)</PresentationFormat>
  <Paragraphs>14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223</cp:revision>
  <dcterms:created xsi:type="dcterms:W3CDTF">2019-09-04T16:36:39Z</dcterms:created>
  <dcterms:modified xsi:type="dcterms:W3CDTF">2020-09-09T21:41:10Z</dcterms:modified>
</cp:coreProperties>
</file>