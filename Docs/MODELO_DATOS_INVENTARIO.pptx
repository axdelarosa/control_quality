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-466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A0FF-ACFD-42C9-A4A3-E9ECDB2288AD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1A0F-EF39-42ED-8DDC-A98A7EE80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070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A0FF-ACFD-42C9-A4A3-E9ECDB2288AD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1A0F-EF39-42ED-8DDC-A98A7EE80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7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A0FF-ACFD-42C9-A4A3-E9ECDB2288AD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1A0F-EF39-42ED-8DDC-A98A7EE80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52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A0FF-ACFD-42C9-A4A3-E9ECDB2288AD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1A0F-EF39-42ED-8DDC-A98A7EE80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46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A0FF-ACFD-42C9-A4A3-E9ECDB2288AD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1A0F-EF39-42ED-8DDC-A98A7EE80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81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A0FF-ACFD-42C9-A4A3-E9ECDB2288AD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1A0F-EF39-42ED-8DDC-A98A7EE80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15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A0FF-ACFD-42C9-A4A3-E9ECDB2288AD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1A0F-EF39-42ED-8DDC-A98A7EE80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38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A0FF-ACFD-42C9-A4A3-E9ECDB2288AD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1A0F-EF39-42ED-8DDC-A98A7EE80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5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A0FF-ACFD-42C9-A4A3-E9ECDB2288AD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1A0F-EF39-42ED-8DDC-A98A7EE80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A0FF-ACFD-42C9-A4A3-E9ECDB2288AD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1A0F-EF39-42ED-8DDC-A98A7EE80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165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A0FF-ACFD-42C9-A4A3-E9ECDB2288AD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1A0F-EF39-42ED-8DDC-A98A7EE80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21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BA0FF-ACFD-42C9-A4A3-E9ECDB2288AD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F1A0F-EF39-42ED-8DDC-A98A7EE80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167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b="1" dirty="0" smtClean="0">
                <a:latin typeface="Century Gothic" panose="020B0502020202020204" pitchFamily="34" charset="0"/>
              </a:rPr>
              <a:t>[ER]</a:t>
            </a:r>
            <a:r>
              <a:rPr lang="es-MX" dirty="0" smtClean="0">
                <a:latin typeface="Century Gothic" panose="020B0502020202020204" pitchFamily="34" charset="0"/>
              </a:rPr>
              <a:t> Modelo de Datos</a:t>
            </a:r>
            <a:endParaRPr lang="es-MX" dirty="0">
              <a:latin typeface="Century Gothic" panose="020B0502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s-MX" sz="2200" dirty="0">
              <a:latin typeface="Century Gothic" panose="020B0502020202020204" pitchFamily="34" charset="0"/>
            </a:endParaRPr>
          </a:p>
          <a:p>
            <a:endParaRPr lang="es-MX" sz="2200" dirty="0">
              <a:latin typeface="Century Gothic" panose="020B0502020202020204" pitchFamily="34" charset="0"/>
            </a:endParaRPr>
          </a:p>
          <a:p>
            <a:endParaRPr lang="es-MX" sz="2200" dirty="0">
              <a:latin typeface="Century Gothic" panose="020B0502020202020204" pitchFamily="34" charset="0"/>
            </a:endParaRPr>
          </a:p>
          <a:p>
            <a:r>
              <a:rPr lang="en-US" sz="1800" dirty="0" smtClean="0">
                <a:latin typeface="Century Gothic" panose="020B0502020202020204" pitchFamily="34" charset="0"/>
              </a:rPr>
              <a:t>FLUJO DE APRTOVACIONES</a:t>
            </a:r>
            <a:endParaRPr lang="es-MX" sz="1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61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9258"/>
          </a:xfrm>
        </p:spPr>
        <p:txBody>
          <a:bodyPr>
            <a:normAutofit fontScale="90000"/>
          </a:bodyPr>
          <a:lstStyle/>
          <a:p>
            <a:pPr algn="ctr"/>
            <a:r>
              <a:rPr lang="es-MX" sz="2000" dirty="0">
                <a:solidFill>
                  <a:srgbClr val="92D050"/>
                </a:solidFill>
                <a:latin typeface="Century Gothic" panose="020B0502020202020204" pitchFamily="34" charset="0"/>
              </a:rPr>
              <a:t/>
            </a:r>
            <a:br>
              <a:rPr lang="es-MX" sz="2000" dirty="0">
                <a:solidFill>
                  <a:srgbClr val="92D050"/>
                </a:solidFill>
                <a:latin typeface="Century Gothic" panose="020B0502020202020204" pitchFamily="34" charset="0"/>
              </a:rPr>
            </a:br>
            <a:r>
              <a:rPr lang="es-MX" dirty="0" smtClean="0">
                <a:solidFill>
                  <a:srgbClr val="92D050"/>
                </a:solidFill>
                <a:latin typeface="Century Gothic" panose="020B0502020202020204" pitchFamily="34" charset="0"/>
              </a:rPr>
              <a:t>MODELO DE DATOS INVENTARIO</a:t>
            </a:r>
            <a:endParaRPr lang="es-MX" dirty="0">
              <a:solidFill>
                <a:srgbClr val="92D050"/>
              </a:solidFill>
            </a:endParaRPr>
          </a:p>
        </p:txBody>
      </p:sp>
      <p:sp>
        <p:nvSpPr>
          <p:cNvPr id="37" name="Rectangle 132"/>
          <p:cNvSpPr/>
          <p:nvPr/>
        </p:nvSpPr>
        <p:spPr>
          <a:xfrm>
            <a:off x="3451629" y="2373020"/>
            <a:ext cx="1583408" cy="444657"/>
          </a:xfrm>
          <a:prstGeom prst="rect">
            <a:avLst/>
          </a:prstGeom>
          <a:solidFill>
            <a:schemeClr val="bg1"/>
          </a:solidFill>
          <a:ln w="127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b="1" dirty="0" smtClean="0">
                <a:solidFill>
                  <a:srgbClr val="C00000"/>
                </a:solidFill>
              </a:rPr>
              <a:t>INVENTARIO</a:t>
            </a:r>
          </a:p>
          <a:p>
            <a:pPr algn="ctr"/>
            <a:endParaRPr lang="es-MX" sz="1050" b="1" dirty="0">
              <a:solidFill>
                <a:srgbClr val="C00000"/>
              </a:solidFill>
            </a:endParaRPr>
          </a:p>
        </p:txBody>
      </p:sp>
      <p:sp>
        <p:nvSpPr>
          <p:cNvPr id="141" name="CuadroTexto 140"/>
          <p:cNvSpPr txBox="1"/>
          <p:nvPr/>
        </p:nvSpPr>
        <p:spPr>
          <a:xfrm>
            <a:off x="10022816" y="17489"/>
            <a:ext cx="21691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dirty="0">
                <a:solidFill>
                  <a:srgbClr val="FF0000"/>
                </a:solidFill>
              </a:rPr>
              <a:t>BORRADOR</a:t>
            </a:r>
          </a:p>
        </p:txBody>
      </p:sp>
      <p:sp>
        <p:nvSpPr>
          <p:cNvPr id="28" name="Rectangle 132"/>
          <p:cNvSpPr/>
          <p:nvPr/>
        </p:nvSpPr>
        <p:spPr>
          <a:xfrm>
            <a:off x="1733989" y="1658761"/>
            <a:ext cx="1614424" cy="1731930"/>
          </a:xfrm>
          <a:prstGeom prst="rect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b="1" dirty="0" smtClean="0">
                <a:solidFill>
                  <a:prstClr val="black"/>
                </a:solidFill>
              </a:rPr>
              <a:t>CAMPOS:</a:t>
            </a:r>
          </a:p>
          <a:p>
            <a:r>
              <a:rPr lang="es-MX" sz="1050" b="1" dirty="0" smtClean="0">
                <a:solidFill>
                  <a:prstClr val="black"/>
                </a:solidFill>
              </a:rPr>
              <a:t>(PK) K_INVENTARIO</a:t>
            </a:r>
            <a:endParaRPr lang="es-MX" sz="1050" b="1" dirty="0">
              <a:solidFill>
                <a:prstClr val="black"/>
              </a:solidFill>
            </a:endParaRPr>
          </a:p>
          <a:p>
            <a:r>
              <a:rPr lang="es-MX" sz="1050" b="1" dirty="0" smtClean="0">
                <a:solidFill>
                  <a:prstClr val="black"/>
                </a:solidFill>
              </a:rPr>
              <a:t>(FK) K_MATERIAL</a:t>
            </a:r>
          </a:p>
          <a:p>
            <a:r>
              <a:rPr lang="es-MX" sz="1050" b="1" dirty="0" smtClean="0">
                <a:solidFill>
                  <a:prstClr val="black"/>
                </a:solidFill>
              </a:rPr>
              <a:t>(FK) K_FOLIO</a:t>
            </a:r>
          </a:p>
          <a:p>
            <a:r>
              <a:rPr lang="es-MX" sz="1050" b="1" dirty="0" smtClean="0">
                <a:solidFill>
                  <a:prstClr val="black"/>
                </a:solidFill>
              </a:rPr>
              <a:t>(FK) K_UNIDAD_MEDIDA</a:t>
            </a:r>
          </a:p>
          <a:p>
            <a:r>
              <a:rPr lang="es-MX" sz="1050" b="1" dirty="0" smtClean="0">
                <a:solidFill>
                  <a:prstClr val="black"/>
                </a:solidFill>
              </a:rPr>
              <a:t>(FK) K_CLASIFICACION</a:t>
            </a:r>
          </a:p>
          <a:p>
            <a:r>
              <a:rPr lang="es-MX" sz="1050" b="1" dirty="0" smtClean="0">
                <a:solidFill>
                  <a:srgbClr val="00B050"/>
                </a:solidFill>
              </a:rPr>
              <a:t>LOTE</a:t>
            </a:r>
          </a:p>
          <a:p>
            <a:r>
              <a:rPr lang="es-MX" sz="1050" b="1" dirty="0" smtClean="0">
                <a:solidFill>
                  <a:srgbClr val="00B050"/>
                </a:solidFill>
              </a:rPr>
              <a:t>CONSECUTIVO</a:t>
            </a:r>
          </a:p>
          <a:p>
            <a:r>
              <a:rPr lang="es-MX" sz="1050" b="1" dirty="0" smtClean="0">
                <a:solidFill>
                  <a:srgbClr val="00B050"/>
                </a:solidFill>
              </a:rPr>
              <a:t>CANTIDAD</a:t>
            </a:r>
          </a:p>
          <a:p>
            <a:r>
              <a:rPr lang="es-MX" sz="1050" b="1" dirty="0" smtClean="0">
                <a:solidFill>
                  <a:srgbClr val="00B050"/>
                </a:solidFill>
              </a:rPr>
              <a:t>K_USUARIO</a:t>
            </a:r>
          </a:p>
          <a:p>
            <a:r>
              <a:rPr lang="es-MX" sz="1050" b="1" dirty="0" smtClean="0">
                <a:solidFill>
                  <a:srgbClr val="00B050"/>
                </a:solidFill>
              </a:rPr>
              <a:t>F_INVENTARIO</a:t>
            </a:r>
          </a:p>
        </p:txBody>
      </p:sp>
      <p:sp>
        <p:nvSpPr>
          <p:cNvPr id="31" name="Rectangle 132"/>
          <p:cNvSpPr/>
          <p:nvPr/>
        </p:nvSpPr>
        <p:spPr>
          <a:xfrm>
            <a:off x="6260772" y="2392406"/>
            <a:ext cx="1583408" cy="444657"/>
          </a:xfrm>
          <a:prstGeom prst="rect">
            <a:avLst/>
          </a:prstGeom>
          <a:solidFill>
            <a:schemeClr val="bg1"/>
          </a:solidFill>
          <a:ln w="127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b="1" dirty="0" smtClean="0">
                <a:solidFill>
                  <a:srgbClr val="C00000"/>
                </a:solidFill>
              </a:rPr>
              <a:t>INVENTARIO_LOCACION</a:t>
            </a:r>
          </a:p>
          <a:p>
            <a:pPr algn="ctr"/>
            <a:endParaRPr lang="es-MX" sz="1050" b="1" dirty="0">
              <a:solidFill>
                <a:srgbClr val="C00000"/>
              </a:solidFill>
            </a:endParaRPr>
          </a:p>
        </p:txBody>
      </p:sp>
      <p:sp>
        <p:nvSpPr>
          <p:cNvPr id="32" name="Rectangle 132"/>
          <p:cNvSpPr/>
          <p:nvPr/>
        </p:nvSpPr>
        <p:spPr>
          <a:xfrm>
            <a:off x="3451508" y="3631104"/>
            <a:ext cx="1583408" cy="444657"/>
          </a:xfrm>
          <a:prstGeom prst="rect">
            <a:avLst/>
          </a:prstGeom>
          <a:solidFill>
            <a:schemeClr val="bg1"/>
          </a:solidFill>
          <a:ln w="127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b="1" dirty="0" smtClean="0">
                <a:solidFill>
                  <a:srgbClr val="C00000"/>
                </a:solidFill>
              </a:rPr>
              <a:t>FOLIO</a:t>
            </a:r>
          </a:p>
          <a:p>
            <a:pPr algn="ctr"/>
            <a:endParaRPr lang="es-MX" sz="1050" b="1" dirty="0">
              <a:solidFill>
                <a:srgbClr val="C00000"/>
              </a:solidFill>
            </a:endParaRPr>
          </a:p>
        </p:txBody>
      </p:sp>
      <p:sp>
        <p:nvSpPr>
          <p:cNvPr id="33" name="Rectangle 132"/>
          <p:cNvSpPr/>
          <p:nvPr/>
        </p:nvSpPr>
        <p:spPr>
          <a:xfrm>
            <a:off x="7924690" y="1428002"/>
            <a:ext cx="2081914" cy="1731930"/>
          </a:xfrm>
          <a:prstGeom prst="rect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b="1" dirty="0" smtClean="0">
                <a:solidFill>
                  <a:prstClr val="black"/>
                </a:solidFill>
              </a:rPr>
              <a:t>CAMPOS:</a:t>
            </a:r>
          </a:p>
          <a:p>
            <a:r>
              <a:rPr lang="es-MX" sz="1050" b="1" dirty="0" smtClean="0">
                <a:solidFill>
                  <a:prstClr val="black"/>
                </a:solidFill>
              </a:rPr>
              <a:t>(PK) K_INVENTARIO_LOCACION</a:t>
            </a:r>
            <a:endParaRPr lang="es-MX" sz="1050" b="1" dirty="0">
              <a:solidFill>
                <a:prstClr val="black"/>
              </a:solidFill>
            </a:endParaRPr>
          </a:p>
          <a:p>
            <a:r>
              <a:rPr lang="es-MX" sz="1050" b="1" dirty="0" smtClean="0">
                <a:solidFill>
                  <a:prstClr val="black"/>
                </a:solidFill>
              </a:rPr>
              <a:t>(FK) K_LOCACION</a:t>
            </a:r>
          </a:p>
          <a:p>
            <a:r>
              <a:rPr lang="es-MX" sz="1050" b="1" dirty="0" smtClean="0">
                <a:solidFill>
                  <a:prstClr val="black"/>
                </a:solidFill>
              </a:rPr>
              <a:t>(FK) K_MATERIAL</a:t>
            </a:r>
          </a:p>
          <a:p>
            <a:r>
              <a:rPr lang="es-MX" sz="1050" b="1" dirty="0" smtClean="0">
                <a:solidFill>
                  <a:srgbClr val="00B050"/>
                </a:solidFill>
              </a:rPr>
              <a:t>LOTE</a:t>
            </a:r>
          </a:p>
          <a:p>
            <a:r>
              <a:rPr lang="es-MX" sz="1050" b="1" dirty="0" smtClean="0">
                <a:solidFill>
                  <a:srgbClr val="00B050"/>
                </a:solidFill>
              </a:rPr>
              <a:t>CANTIDAD_DISPONIBLE</a:t>
            </a:r>
          </a:p>
          <a:p>
            <a:r>
              <a:rPr lang="es-MX" sz="1050" b="1" dirty="0" smtClean="0">
                <a:solidFill>
                  <a:srgbClr val="00B050"/>
                </a:solidFill>
              </a:rPr>
              <a:t>CANTIDAD_MAXIMA</a:t>
            </a:r>
          </a:p>
          <a:p>
            <a:r>
              <a:rPr lang="es-MX" sz="1050" b="1" dirty="0" smtClean="0">
                <a:solidFill>
                  <a:srgbClr val="00B050"/>
                </a:solidFill>
              </a:rPr>
              <a:t>CANTIDAD_MINIMA</a:t>
            </a:r>
          </a:p>
          <a:p>
            <a:r>
              <a:rPr lang="es-MX" sz="1050" b="1" dirty="0" smtClean="0">
                <a:solidFill>
                  <a:srgbClr val="00B050"/>
                </a:solidFill>
              </a:rPr>
              <a:t>K_USUARIO_ACTUALIZACION</a:t>
            </a:r>
          </a:p>
          <a:p>
            <a:r>
              <a:rPr lang="es-MX" sz="1050" b="1" dirty="0" smtClean="0">
                <a:solidFill>
                  <a:srgbClr val="00B050"/>
                </a:solidFill>
              </a:rPr>
              <a:t>F_ACTUALIZACION</a:t>
            </a:r>
          </a:p>
        </p:txBody>
      </p:sp>
      <p:sp>
        <p:nvSpPr>
          <p:cNvPr id="36" name="Rectangle 132"/>
          <p:cNvSpPr/>
          <p:nvPr/>
        </p:nvSpPr>
        <p:spPr>
          <a:xfrm>
            <a:off x="2979124" y="4159576"/>
            <a:ext cx="2081914" cy="1119790"/>
          </a:xfrm>
          <a:prstGeom prst="rect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b="1" dirty="0" smtClean="0">
                <a:solidFill>
                  <a:prstClr val="black"/>
                </a:solidFill>
              </a:rPr>
              <a:t>CAMPOS:</a:t>
            </a:r>
          </a:p>
          <a:p>
            <a:r>
              <a:rPr lang="es-MX" sz="1050" b="1" dirty="0" smtClean="0">
                <a:solidFill>
                  <a:prstClr val="black"/>
                </a:solidFill>
              </a:rPr>
              <a:t>(PK) K_FOLIO</a:t>
            </a:r>
            <a:endParaRPr lang="es-MX" sz="1050" b="1" dirty="0">
              <a:solidFill>
                <a:prstClr val="black"/>
              </a:solidFill>
            </a:endParaRPr>
          </a:p>
          <a:p>
            <a:r>
              <a:rPr lang="es-MX" sz="1050" b="1" dirty="0" smtClean="0">
                <a:solidFill>
                  <a:prstClr val="black"/>
                </a:solidFill>
              </a:rPr>
              <a:t>(FK) K_LOCACION</a:t>
            </a:r>
          </a:p>
          <a:p>
            <a:r>
              <a:rPr lang="es-MX" sz="1050" b="1" dirty="0" smtClean="0">
                <a:solidFill>
                  <a:prstClr val="black"/>
                </a:solidFill>
              </a:rPr>
              <a:t>(FK) K_ORDEN_TRABAJO</a:t>
            </a:r>
          </a:p>
          <a:p>
            <a:r>
              <a:rPr lang="es-MX" sz="1050" b="1" smtClean="0">
                <a:solidFill>
                  <a:srgbClr val="00B050"/>
                </a:solidFill>
              </a:rPr>
              <a:t>K_ESTATUS</a:t>
            </a:r>
            <a:endParaRPr lang="es-MX" sz="1050" b="1" dirty="0" smtClean="0">
              <a:solidFill>
                <a:srgbClr val="00B050"/>
              </a:solidFill>
            </a:endParaRPr>
          </a:p>
          <a:p>
            <a:r>
              <a:rPr lang="es-MX" sz="1050" b="1" dirty="0" smtClean="0">
                <a:solidFill>
                  <a:srgbClr val="00B050"/>
                </a:solidFill>
              </a:rPr>
              <a:t>F_FOLIO</a:t>
            </a:r>
          </a:p>
          <a:p>
            <a:r>
              <a:rPr lang="es-MX" sz="1050" b="1" dirty="0" smtClean="0">
                <a:solidFill>
                  <a:srgbClr val="00B050"/>
                </a:solidFill>
              </a:rPr>
              <a:t>K_USUARIO</a:t>
            </a:r>
          </a:p>
        </p:txBody>
      </p:sp>
      <p:cxnSp>
        <p:nvCxnSpPr>
          <p:cNvPr id="38" name="Shape 33"/>
          <p:cNvCxnSpPr>
            <a:stCxn id="37" idx="2"/>
            <a:endCxn id="32" idx="0"/>
          </p:cNvCxnSpPr>
          <p:nvPr/>
        </p:nvCxnSpPr>
        <p:spPr>
          <a:xfrm flipH="1">
            <a:off x="4243212" y="2817677"/>
            <a:ext cx="121" cy="81342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132"/>
          <p:cNvSpPr/>
          <p:nvPr/>
        </p:nvSpPr>
        <p:spPr>
          <a:xfrm>
            <a:off x="5969443" y="3623056"/>
            <a:ext cx="1871869" cy="444657"/>
          </a:xfrm>
          <a:prstGeom prst="rect">
            <a:avLst/>
          </a:prstGeom>
          <a:solidFill>
            <a:schemeClr val="bg1"/>
          </a:solidFill>
          <a:ln w="127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b="1" dirty="0" smtClean="0">
                <a:solidFill>
                  <a:srgbClr val="C00000"/>
                </a:solidFill>
              </a:rPr>
              <a:t>INVENTARIO_MOVIMIENTO</a:t>
            </a:r>
          </a:p>
          <a:p>
            <a:pPr algn="ctr"/>
            <a:endParaRPr lang="es-MX" sz="1050" b="1" dirty="0">
              <a:solidFill>
                <a:srgbClr val="C00000"/>
              </a:solidFill>
            </a:endParaRPr>
          </a:p>
        </p:txBody>
      </p:sp>
      <p:cxnSp>
        <p:nvCxnSpPr>
          <p:cNvPr id="40" name="Shape 33"/>
          <p:cNvCxnSpPr>
            <a:stCxn id="32" idx="0"/>
            <a:endCxn id="31" idx="1"/>
          </p:cNvCxnSpPr>
          <p:nvPr/>
        </p:nvCxnSpPr>
        <p:spPr>
          <a:xfrm flipV="1">
            <a:off x="4243212" y="2614735"/>
            <a:ext cx="2017560" cy="101636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hape 33"/>
          <p:cNvCxnSpPr>
            <a:stCxn id="32" idx="3"/>
            <a:endCxn id="39" idx="1"/>
          </p:cNvCxnSpPr>
          <p:nvPr/>
        </p:nvCxnSpPr>
        <p:spPr>
          <a:xfrm flipV="1">
            <a:off x="5034916" y="3845385"/>
            <a:ext cx="934527" cy="804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132"/>
          <p:cNvSpPr/>
          <p:nvPr/>
        </p:nvSpPr>
        <p:spPr>
          <a:xfrm>
            <a:off x="7930448" y="3383236"/>
            <a:ext cx="2081914" cy="1731930"/>
          </a:xfrm>
          <a:prstGeom prst="rect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50" b="1" dirty="0" smtClean="0">
                <a:solidFill>
                  <a:prstClr val="black"/>
                </a:solidFill>
              </a:rPr>
              <a:t>CAMPOS:</a:t>
            </a:r>
          </a:p>
          <a:p>
            <a:r>
              <a:rPr lang="es-MX" sz="1050" b="1" dirty="0" smtClean="0">
                <a:solidFill>
                  <a:prstClr val="black"/>
                </a:solidFill>
              </a:rPr>
              <a:t>(PK) K_TRANSACCION</a:t>
            </a:r>
            <a:endParaRPr lang="es-MX" sz="1050" b="1" dirty="0">
              <a:solidFill>
                <a:prstClr val="black"/>
              </a:solidFill>
            </a:endParaRPr>
          </a:p>
          <a:p>
            <a:r>
              <a:rPr lang="es-MX" sz="1050" b="1" dirty="0" smtClean="0">
                <a:solidFill>
                  <a:prstClr val="black"/>
                </a:solidFill>
              </a:rPr>
              <a:t>(FK) K_FOLIO</a:t>
            </a:r>
          </a:p>
          <a:p>
            <a:r>
              <a:rPr lang="es-MX" sz="1050" b="1" dirty="0" smtClean="0">
                <a:solidFill>
                  <a:srgbClr val="00B050"/>
                </a:solidFill>
              </a:rPr>
              <a:t>LOTE</a:t>
            </a:r>
          </a:p>
          <a:p>
            <a:r>
              <a:rPr lang="es-MX" sz="1050" b="1" dirty="0" smtClean="0">
                <a:solidFill>
                  <a:srgbClr val="00B050"/>
                </a:solidFill>
              </a:rPr>
              <a:t>CANTIDAD</a:t>
            </a:r>
          </a:p>
          <a:p>
            <a:r>
              <a:rPr lang="es-MX" sz="1050" b="1" dirty="0" smtClean="0">
                <a:solidFill>
                  <a:srgbClr val="00B050"/>
                </a:solidFill>
              </a:rPr>
              <a:t>CANTIDAD_DISPONIBLE</a:t>
            </a:r>
          </a:p>
          <a:p>
            <a:r>
              <a:rPr lang="es-MX" sz="1050" b="1" dirty="0" smtClean="0">
                <a:solidFill>
                  <a:srgbClr val="00B050"/>
                </a:solidFill>
              </a:rPr>
              <a:t>F_TRANSACCION</a:t>
            </a:r>
          </a:p>
          <a:p>
            <a:r>
              <a:rPr lang="es-MX" sz="1050" b="1" dirty="0" smtClean="0">
                <a:solidFill>
                  <a:srgbClr val="00B050"/>
                </a:solidFill>
              </a:rPr>
              <a:t>K_USUARIO</a:t>
            </a:r>
          </a:p>
        </p:txBody>
      </p:sp>
    </p:spTree>
    <p:extLst>
      <p:ext uri="{BB962C8B-B14F-4D97-AF65-F5344CB8AC3E}">
        <p14:creationId xmlns:p14="http://schemas.microsoft.com/office/powerpoint/2010/main" val="194947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93</Words>
  <Application>Microsoft Office PowerPoint</Application>
  <PresentationFormat>Custom</PresentationFormat>
  <Paragraphs>47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[ER] Modelo de Datos</vt:lpstr>
      <vt:lpstr> MODELO DE DATOS INVENTARIO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[ER] Modelo de Datos</dc:title>
  <dc:creator>Francisco Esteban</dc:creator>
  <cp:lastModifiedBy>Francisco Esteban</cp:lastModifiedBy>
  <cp:revision>21</cp:revision>
  <dcterms:created xsi:type="dcterms:W3CDTF">2020-01-31T23:02:14Z</dcterms:created>
  <dcterms:modified xsi:type="dcterms:W3CDTF">2020-09-16T18:24:00Z</dcterms:modified>
</cp:coreProperties>
</file>