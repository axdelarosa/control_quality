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4" r:id="rId2"/>
    <p:sldId id="41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43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08/11/2021 – 12/11/2021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Reporte de Material Liberado </a:t>
            </a:r>
            <a:r>
              <a:rPr lang="es-ES" sz="2000" b="1" dirty="0">
                <a:solidFill>
                  <a:srgbClr val="3F1900"/>
                </a:solidFill>
              </a:rPr>
              <a:t>(Ultima estación de Calidad).</a:t>
            </a:r>
            <a:endParaRPr lang="en-US" sz="2000" b="1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1A6E0C6-DADC-4B10-8F5F-048CE74BBF1F}"/>
              </a:ext>
            </a:extLst>
          </p:cNvPr>
          <p:cNvSpPr/>
          <p:nvPr/>
        </p:nvSpPr>
        <p:spPr>
          <a:xfrm>
            <a:off x="1115616" y="1082884"/>
            <a:ext cx="7956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agrego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Reporte de Material Liberado,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realizar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busqueda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por un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rango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fechas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,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Product Category,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Cliente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y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si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requiere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descargar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información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un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archivo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Excel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2CC7B9-5BD0-4BAC-9102-4B17B0DB3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7" y="1700808"/>
            <a:ext cx="7992888" cy="51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11404</TotalTime>
  <Words>54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265</cp:revision>
  <dcterms:created xsi:type="dcterms:W3CDTF">2019-09-04T16:36:39Z</dcterms:created>
  <dcterms:modified xsi:type="dcterms:W3CDTF">2021-11-15T14:37:56Z</dcterms:modified>
</cp:coreProperties>
</file>