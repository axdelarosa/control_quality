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sldIdLst>
    <p:sldId id="267" r:id="rId2"/>
    <p:sldId id="268" r:id="rId3"/>
  </p:sldIdLst>
  <p:sldSz cx="11247438" cy="7589838"/>
  <p:notesSz cx="9388475" cy="7102475"/>
  <p:defaultTextStyle>
    <a:defPPr>
      <a:defRPr lang="es-MX"/>
    </a:defPPr>
    <a:lvl1pPr marL="0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1643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03286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54929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06570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58214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09857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61499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13142" algn="l" defTabSz="70328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326" autoAdjust="0"/>
  </p:normalViewPr>
  <p:slideViewPr>
    <p:cSldViewPr>
      <p:cViewPr>
        <p:scale>
          <a:sx n="75" d="100"/>
          <a:sy n="75" d="100"/>
        </p:scale>
        <p:origin x="-840" y="-78"/>
      </p:cViewPr>
      <p:guideLst>
        <p:guide orient="horz" pos="2392"/>
        <p:guide pos="354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0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C1CE4E8C-BB51-4E6B-BF81-E1A4DC7497E6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22563" y="533400"/>
            <a:ext cx="3943350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373676"/>
            <a:ext cx="7510780" cy="3196114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F22262C1-4D5D-4078-AF64-0AF889F608E7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2160617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1643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03286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54929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06570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58214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09857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61499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13142" algn="l" defTabSz="70328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56101" y="1517967"/>
            <a:ext cx="9657800" cy="2023957"/>
          </a:xfrm>
          <a:ln>
            <a:noFill/>
          </a:ln>
        </p:spPr>
        <p:txBody>
          <a:bodyPr vert="horz" tIns="0" rIns="21527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6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56101" y="3573063"/>
            <a:ext cx="9661549" cy="1939625"/>
          </a:xfrm>
        </p:spPr>
        <p:txBody>
          <a:bodyPr lIns="0" rIns="21527"/>
          <a:lstStyle>
            <a:lvl1pPr marL="0" marR="53817" indent="0" algn="r">
              <a:buNone/>
              <a:defRPr>
                <a:solidFill>
                  <a:schemeClr val="tx1"/>
                </a:solidFill>
              </a:defRPr>
            </a:lvl1pPr>
            <a:lvl2pPr marL="538170" indent="0" algn="ctr">
              <a:buNone/>
            </a:lvl2pPr>
            <a:lvl3pPr marL="1076340" indent="0" algn="ctr">
              <a:buNone/>
            </a:lvl3pPr>
            <a:lvl4pPr marL="1614510" indent="0" algn="ctr">
              <a:buNone/>
            </a:lvl4pPr>
            <a:lvl5pPr marL="2152680" indent="0" algn="ctr">
              <a:buNone/>
            </a:lvl5pPr>
            <a:lvl6pPr marL="2690851" indent="0" algn="ctr">
              <a:buNone/>
            </a:lvl6pPr>
            <a:lvl7pPr marL="3229021" indent="0" algn="ctr">
              <a:buNone/>
            </a:lvl7pPr>
            <a:lvl8pPr marL="3767191" indent="0" algn="ctr">
              <a:buNone/>
            </a:lvl8pPr>
            <a:lvl9pPr marL="4305361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352" y="1457249"/>
            <a:ext cx="9560322" cy="1507848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6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352" y="2993287"/>
            <a:ext cx="9560322" cy="1670818"/>
          </a:xfrm>
        </p:spPr>
        <p:txBody>
          <a:bodyPr lIns="53817" rIns="53817" anchor="t"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372" y="779223"/>
            <a:ext cx="10122694" cy="1264973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372" y="2124983"/>
            <a:ext cx="4967618" cy="4908095"/>
          </a:xfrm>
        </p:spPr>
        <p:txBody>
          <a:bodyPr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7448" y="2124983"/>
            <a:ext cx="4967618" cy="4908095"/>
          </a:xfrm>
        </p:spPr>
        <p:txBody>
          <a:bodyPr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372" y="779223"/>
            <a:ext cx="10122694" cy="1264973"/>
          </a:xfrm>
        </p:spPr>
        <p:txBody>
          <a:bodyPr tIns="53817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372" y="2053227"/>
            <a:ext cx="4969572" cy="729713"/>
          </a:xfrm>
        </p:spPr>
        <p:txBody>
          <a:bodyPr lIns="53817" tIns="0" rIns="53817" bIns="0" anchor="ctr">
            <a:noAutofit/>
          </a:bodyPr>
          <a:lstStyle>
            <a:lvl1pPr marL="0" indent="0">
              <a:buNone/>
              <a:defRPr sz="2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400" b="1"/>
            </a:lvl2pPr>
            <a:lvl3pPr>
              <a:buNone/>
              <a:defRPr sz="2100" b="1"/>
            </a:lvl3pPr>
            <a:lvl4pPr>
              <a:buNone/>
              <a:defRPr sz="1900" b="1"/>
            </a:lvl4pPr>
            <a:lvl5pPr>
              <a:buNone/>
              <a:defRPr sz="19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713543" y="2058218"/>
            <a:ext cx="4971524" cy="724723"/>
          </a:xfrm>
        </p:spPr>
        <p:txBody>
          <a:bodyPr lIns="53817" tIns="0" rIns="53817" bIns="0" anchor="ctr"/>
          <a:lstStyle>
            <a:lvl1pPr marL="0" indent="0">
              <a:buNone/>
              <a:defRPr sz="2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400" b="1"/>
            </a:lvl2pPr>
            <a:lvl3pPr>
              <a:buNone/>
              <a:defRPr sz="2100" b="1"/>
            </a:lvl3pPr>
            <a:lvl4pPr>
              <a:buNone/>
              <a:defRPr sz="1900" b="1"/>
            </a:lvl4pPr>
            <a:lvl5pPr>
              <a:buNone/>
              <a:defRPr sz="19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62372" y="2782941"/>
            <a:ext cx="4969572" cy="4256108"/>
          </a:xfrm>
        </p:spPr>
        <p:txBody>
          <a:bodyPr tIns="0"/>
          <a:lstStyle>
            <a:lvl1pPr>
              <a:defRPr sz="26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13543" y="2782941"/>
            <a:ext cx="4971524" cy="4256108"/>
          </a:xfrm>
        </p:spPr>
        <p:txBody>
          <a:bodyPr tIns="0"/>
          <a:lstStyle>
            <a:lvl1pPr>
              <a:defRPr sz="26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372" y="779223"/>
            <a:ext cx="10216423" cy="1264973"/>
          </a:xfrm>
        </p:spPr>
        <p:txBody>
          <a:bodyPr vert="horz" tIns="53817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9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558" y="569240"/>
            <a:ext cx="3374231" cy="1286056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31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558" y="1855294"/>
            <a:ext cx="3374231" cy="5059892"/>
          </a:xfrm>
        </p:spPr>
        <p:txBody>
          <a:bodyPr lIns="21527" rIns="21527"/>
          <a:lstStyle>
            <a:lvl1pPr marL="0" indent="0" algn="l">
              <a:buNone/>
              <a:defRPr sz="1600"/>
            </a:lvl1pPr>
            <a:lvl2pPr indent="0" algn="l">
              <a:buNone/>
              <a:defRPr sz="1400"/>
            </a:lvl2pPr>
            <a:lvl3pPr indent="0" algn="l">
              <a:buNone/>
              <a:defRPr sz="1200"/>
            </a:lvl3pPr>
            <a:lvl4pPr indent="0" algn="l">
              <a:buNone/>
              <a:defRPr sz="1100"/>
            </a:lvl4pPr>
            <a:lvl5pPr indent="0" algn="l">
              <a:buNone/>
              <a:defRPr sz="11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397436" y="1855294"/>
            <a:ext cx="6287630" cy="5059892"/>
          </a:xfrm>
        </p:spPr>
        <p:txBody>
          <a:bodyPr tIns="0"/>
          <a:lstStyle>
            <a:lvl1pPr>
              <a:defRPr sz="3300"/>
            </a:lvl1pPr>
            <a:lvl2pPr>
              <a:defRPr sz="3100"/>
            </a:lvl2pPr>
            <a:lvl3pPr>
              <a:defRPr sz="2800"/>
            </a:lvl3pPr>
            <a:lvl4pPr>
              <a:defRPr sz="2400"/>
            </a:lvl4pPr>
            <a:lvl5pPr>
              <a:defRPr sz="21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893986" y="1226323"/>
            <a:ext cx="6467277" cy="4553903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634" tIns="53817" rIns="107634" bIns="53817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9845363" y="5931726"/>
            <a:ext cx="191206" cy="17203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634" tIns="53817" rIns="107634" bIns="53817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29" y="1302598"/>
            <a:ext cx="2721880" cy="1751507"/>
          </a:xfrm>
        </p:spPr>
        <p:txBody>
          <a:bodyPr vert="horz" lIns="53817" tIns="53817" rIns="53817" bIns="53817" anchor="b"/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9829" y="3130653"/>
            <a:ext cx="2718131" cy="2411882"/>
          </a:xfrm>
        </p:spPr>
        <p:txBody>
          <a:bodyPr lIns="75344" rIns="53817" bIns="53817" anchor="t"/>
          <a:lstStyle>
            <a:lvl1pPr marL="0" indent="0" algn="l">
              <a:spcBef>
                <a:spcPts val="294"/>
              </a:spcBef>
              <a:buFontTx/>
              <a:buNone/>
              <a:defRPr sz="15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35237" y="7034656"/>
            <a:ext cx="749829" cy="404089"/>
          </a:xfrm>
        </p:spPr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287647" y="1327521"/>
            <a:ext cx="5679956" cy="4351507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8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1716" y="6437307"/>
            <a:ext cx="11270870" cy="11525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634" tIns="53817" rIns="107634" bIns="5381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389397" y="6883562"/>
            <a:ext cx="5858041" cy="70627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634" tIns="53817" rIns="107634" bIns="5381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54392" y="1011980"/>
            <a:ext cx="2530674" cy="5767926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2372" y="1011980"/>
            <a:ext cx="7404563" cy="576792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1716" y="-7906"/>
            <a:ext cx="11270870" cy="11525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634" tIns="53817" rIns="107634" bIns="5381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389397" y="-7906"/>
            <a:ext cx="5858041" cy="70627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634" tIns="53817" rIns="107634" bIns="5381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562372" y="779223"/>
            <a:ext cx="10122694" cy="1264973"/>
          </a:xfrm>
          <a:prstGeom prst="rect">
            <a:avLst/>
          </a:prstGeom>
        </p:spPr>
        <p:txBody>
          <a:bodyPr vert="horz" lIns="0" tIns="53817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562372" y="2142021"/>
            <a:ext cx="10122694" cy="4857496"/>
          </a:xfrm>
          <a:prstGeom prst="rect">
            <a:avLst/>
          </a:prstGeom>
        </p:spPr>
        <p:txBody>
          <a:bodyPr vert="horz" lIns="107634" tIns="53817" rIns="107634" bIns="53817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562372" y="7034656"/>
            <a:ext cx="2624402" cy="404089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4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0E4DFD3-76C3-49B6-8542-A0785EBF14BF}" type="datetimeFigureOut">
              <a:rPr lang="es-MX" smtClean="0"/>
              <a:pPr/>
              <a:t>15/09/2020</a:t>
            </a:fld>
            <a:endParaRPr lang="es-MX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80503" y="7034656"/>
            <a:ext cx="4124061" cy="404089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4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9747779" y="7034656"/>
            <a:ext cx="937287" cy="404089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4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  <p:grpSp>
        <p:nvGrpSpPr>
          <p:cNvPr id="2" name="Group 1"/>
          <p:cNvGrpSpPr/>
          <p:nvPr/>
        </p:nvGrpSpPr>
        <p:grpSpPr>
          <a:xfrm>
            <a:off x="-23391" y="224007"/>
            <a:ext cx="11292393" cy="718505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9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22902" indent="-322902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53438" indent="-290612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76340" indent="-290612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42" indent="-247558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722144" indent="-247558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045046" indent="-247558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260315" indent="-215268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83217" indent="-215268" algn="l" rtl="0" eaLnBrk="1" latinLnBrk="0" hangingPunct="1">
        <a:spcBef>
          <a:spcPct val="20000"/>
        </a:spcBef>
        <a:buClr>
          <a:schemeClr val="tx2"/>
        </a:buClr>
        <a:buChar char="•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2906119" indent="-215268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381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763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145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526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6908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290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76719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053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0919" y="2499519"/>
            <a:ext cx="685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/>
              <a:t>Inspección de Recibo</a:t>
            </a:r>
            <a:endParaRPr lang="es-MX" sz="6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51719" y="0"/>
            <a:ext cx="8763000" cy="7589838"/>
            <a:chOff x="746919" y="0"/>
            <a:chExt cx="8763000" cy="7589838"/>
          </a:xfrm>
        </p:grpSpPr>
        <p:sp>
          <p:nvSpPr>
            <p:cNvPr id="3" name="Rectangle 2"/>
            <p:cNvSpPr/>
            <p:nvPr/>
          </p:nvSpPr>
          <p:spPr>
            <a:xfrm>
              <a:off x="746919" y="0"/>
              <a:ext cx="8763000" cy="75898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2000" b="1"/>
            </a:p>
          </p:txBody>
        </p:sp>
        <p:grpSp>
          <p:nvGrpSpPr>
            <p:cNvPr id="4" name="Group 109"/>
            <p:cNvGrpSpPr/>
            <p:nvPr/>
          </p:nvGrpSpPr>
          <p:grpSpPr>
            <a:xfrm>
              <a:off x="2015474" y="304799"/>
              <a:ext cx="6627605" cy="6791974"/>
              <a:chOff x="2015474" y="304799"/>
              <a:chExt cx="6627605" cy="6791974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5636911" y="1204119"/>
                <a:ext cx="0" cy="252995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Flowchart: Terminator 3"/>
              <p:cNvSpPr/>
              <p:nvPr/>
            </p:nvSpPr>
            <p:spPr>
              <a:xfrm>
                <a:off x="4883127" y="304799"/>
                <a:ext cx="1447224" cy="337326"/>
              </a:xfrm>
              <a:prstGeom prst="flowChartTerminator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smtClean="0">
                    <a:solidFill>
                      <a:schemeClr val="tx1"/>
                    </a:solidFill>
                  </a:rPr>
                  <a:t>Inicio</a:t>
                </a:r>
                <a:endParaRPr lang="es-MX" sz="1200" b="1" dirty="0"/>
              </a:p>
            </p:txBody>
          </p:sp>
          <p:sp>
            <p:nvSpPr>
              <p:cNvPr id="7" name="Flowchart: Process 6"/>
              <p:cNvSpPr/>
              <p:nvPr/>
            </p:nvSpPr>
            <p:spPr>
              <a:xfrm>
                <a:off x="4883127" y="1432718"/>
                <a:ext cx="1567825" cy="337326"/>
              </a:xfrm>
              <a:prstGeom prst="flowChartProcess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err="1" smtClean="0">
                    <a:solidFill>
                      <a:schemeClr val="tx1"/>
                    </a:solidFill>
                  </a:rPr>
                  <a:t>Inspeccion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de recibo</a:t>
                </a:r>
              </a:p>
            </p:txBody>
          </p:sp>
          <p:sp>
            <p:nvSpPr>
              <p:cNvPr id="8" name="Flowchart: Decision 7"/>
              <p:cNvSpPr/>
              <p:nvPr/>
            </p:nvSpPr>
            <p:spPr>
              <a:xfrm>
                <a:off x="2015474" y="3146760"/>
                <a:ext cx="1782856" cy="843315"/>
              </a:xfrm>
              <a:prstGeom prst="flowChartDecision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err="1" smtClean="0">
                    <a:solidFill>
                      <a:schemeClr val="tx1"/>
                    </a:solidFill>
                  </a:rPr>
                  <a:t>Acepta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b="1" dirty="0" err="1" smtClean="0">
                    <a:solidFill>
                      <a:schemeClr val="tx1"/>
                    </a:solidFill>
                  </a:rPr>
                  <a:t>calidad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648455" y="3947319"/>
                <a:ext cx="881902" cy="255683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lIns="70328" tIns="35165" rIns="70328" bIns="35165" rtlCol="0">
                <a:spAutoFit/>
              </a:bodyPr>
              <a:lstStyle/>
              <a:p>
                <a:r>
                  <a:rPr lang="en-US" sz="1200" b="1" dirty="0" smtClean="0"/>
                  <a:t>No</a:t>
                </a:r>
                <a:endParaRPr lang="es-MX" sz="1200" b="1" dirty="0"/>
              </a:p>
            </p:txBody>
          </p:sp>
          <p:sp>
            <p:nvSpPr>
              <p:cNvPr id="10" name="Flowchart: Process 9"/>
              <p:cNvSpPr/>
              <p:nvPr/>
            </p:nvSpPr>
            <p:spPr>
              <a:xfrm>
                <a:off x="2196376" y="2387775"/>
                <a:ext cx="1467115" cy="347824"/>
              </a:xfrm>
              <a:prstGeom prst="flowChartProcess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err="1" smtClean="0">
                    <a:solidFill>
                      <a:schemeClr val="tx1"/>
                    </a:solidFill>
                  </a:rPr>
                  <a:t>Evaluación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por </a:t>
                </a:r>
                <a:r>
                  <a:rPr lang="en-US" sz="1200" b="1" dirty="0" err="1" smtClean="0">
                    <a:solidFill>
                      <a:schemeClr val="tx1"/>
                    </a:solidFill>
                  </a:rPr>
                  <a:t>calidad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lowchart: Decision 10"/>
              <p:cNvSpPr/>
              <p:nvPr/>
            </p:nvSpPr>
            <p:spPr>
              <a:xfrm>
                <a:off x="4480719" y="1966119"/>
                <a:ext cx="2294807" cy="1180641"/>
              </a:xfrm>
              <a:prstGeom prst="flowChartDecision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100" b="1" dirty="0" err="1" smtClean="0">
                    <a:solidFill>
                      <a:schemeClr val="tx1"/>
                    </a:solidFill>
                  </a:rPr>
                  <a:t>Cumple</a:t>
                </a:r>
                <a:r>
                  <a:rPr lang="en-US" sz="1100" b="1" dirty="0" smtClean="0">
                    <a:solidFill>
                      <a:schemeClr val="tx1"/>
                    </a:solidFill>
                  </a:rPr>
                  <a:t> con caracteristicas especiales</a:t>
                </a:r>
                <a:endParaRPr lang="es-MX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lowchart: Process 11"/>
              <p:cNvSpPr/>
              <p:nvPr/>
            </p:nvSpPr>
            <p:spPr>
              <a:xfrm>
                <a:off x="2105924" y="4496063"/>
                <a:ext cx="1628125" cy="421658"/>
              </a:xfrm>
              <a:prstGeom prst="flowChartProcess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err="1" smtClean="0">
                    <a:solidFill>
                      <a:schemeClr val="tx1"/>
                    </a:solidFill>
                  </a:rPr>
                  <a:t>Devolución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con el </a:t>
                </a:r>
                <a:r>
                  <a:rPr lang="en-US" sz="1200" b="1" dirty="0" err="1" smtClean="0">
                    <a:solidFill>
                      <a:schemeClr val="tx1"/>
                    </a:solidFill>
                  </a:rPr>
                  <a:t>proveedor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/MQU 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lowchart: Terminator 12"/>
              <p:cNvSpPr/>
              <p:nvPr/>
            </p:nvSpPr>
            <p:spPr>
              <a:xfrm>
                <a:off x="2499519" y="5166519"/>
                <a:ext cx="824234" cy="210829"/>
              </a:xfrm>
              <a:prstGeom prst="flowChartTerminator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smtClean="0">
                    <a:solidFill>
                      <a:schemeClr val="tx1"/>
                    </a:solidFill>
                  </a:rPr>
                  <a:t>fin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389822" y="2303445"/>
                <a:ext cx="881902" cy="2326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lIns="70328" tIns="35165" rIns="70328" bIns="35165" rtlCol="0">
                <a:spAutoFit/>
              </a:bodyPr>
              <a:lstStyle/>
              <a:p>
                <a:r>
                  <a:rPr lang="en-US" sz="1050" b="1" dirty="0" smtClean="0"/>
                  <a:t>No</a:t>
                </a:r>
                <a:endParaRPr lang="es-MX" sz="1050" b="1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425040" y="3109119"/>
                <a:ext cx="881902" cy="255683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lIns="70328" tIns="35165" rIns="70328" bIns="35165" rtlCol="0">
                <a:spAutoFit/>
              </a:bodyPr>
              <a:lstStyle/>
              <a:p>
                <a:r>
                  <a:rPr lang="en-US" sz="1200" b="1" dirty="0" smtClean="0"/>
                  <a:t>Si</a:t>
                </a:r>
                <a:endParaRPr lang="es-MX" sz="1200" b="1" dirty="0"/>
              </a:p>
            </p:txBody>
          </p:sp>
          <p:sp>
            <p:nvSpPr>
              <p:cNvPr id="16" name="Flowchart: Document 15"/>
              <p:cNvSpPr/>
              <p:nvPr/>
            </p:nvSpPr>
            <p:spPr>
              <a:xfrm>
                <a:off x="7144479" y="3718719"/>
                <a:ext cx="1498600" cy="728981"/>
              </a:xfrm>
              <a:prstGeom prst="flowChartDocumen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560" tIns="40279" rIns="80560" bIns="40279" rtlCol="0" anchor="ctr"/>
              <a:lstStyle/>
              <a:p>
                <a:pPr algn="ctr"/>
                <a:endParaRPr lang="es-MX" sz="1600" b="1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7395741" y="3794919"/>
                <a:ext cx="1086570" cy="450677"/>
              </a:xfrm>
              <a:prstGeom prst="rect">
                <a:avLst/>
              </a:prstGeom>
              <a:ln w="6350">
                <a:noFill/>
              </a:ln>
            </p:spPr>
            <p:txBody>
              <a:bodyPr wrap="square" lIns="80560" tIns="40279" rIns="80560" bIns="40279">
                <a:spAutoFit/>
              </a:bodyPr>
              <a:lstStyle/>
              <a:p>
                <a:pPr algn="ctr"/>
                <a:r>
                  <a:rPr lang="en-US" sz="1200" b="1" dirty="0" err="1" smtClean="0"/>
                  <a:t>Registro</a:t>
                </a:r>
                <a:r>
                  <a:rPr lang="en-US" sz="1200" b="1" dirty="0" smtClean="0"/>
                  <a:t> de </a:t>
                </a:r>
                <a:r>
                  <a:rPr lang="en-US" sz="1200" b="1" dirty="0" err="1" smtClean="0"/>
                  <a:t>inspección</a:t>
                </a:r>
                <a:endParaRPr lang="es-MX" sz="1200" b="1" dirty="0"/>
              </a:p>
            </p:txBody>
          </p:sp>
          <p:sp>
            <p:nvSpPr>
              <p:cNvPr id="18" name="Flowchart: Process 17"/>
              <p:cNvSpPr/>
              <p:nvPr/>
            </p:nvSpPr>
            <p:spPr>
              <a:xfrm>
                <a:off x="4861719" y="3718719"/>
                <a:ext cx="1467115" cy="347824"/>
              </a:xfrm>
              <a:prstGeom prst="flowChartProcess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smtClean="0">
                    <a:solidFill>
                      <a:schemeClr val="tx1"/>
                    </a:solidFill>
                  </a:rPr>
                  <a:t>Se envia a MHI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Flowchart: Terminator 18"/>
              <p:cNvSpPr/>
              <p:nvPr/>
            </p:nvSpPr>
            <p:spPr>
              <a:xfrm>
                <a:off x="5213164" y="6885944"/>
                <a:ext cx="824234" cy="210829"/>
              </a:xfrm>
              <a:prstGeom prst="flowChartTerminator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smtClean="0">
                    <a:solidFill>
                      <a:schemeClr val="tx1"/>
                    </a:solidFill>
                  </a:rPr>
                  <a:t>Fin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Elbow Connector 19"/>
              <p:cNvCxnSpPr>
                <a:stCxn id="11" idx="1"/>
                <a:endCxn id="10" idx="3"/>
              </p:cNvCxnSpPr>
              <p:nvPr/>
            </p:nvCxnSpPr>
            <p:spPr>
              <a:xfrm rot="10800000" flipV="1">
                <a:off x="3663491" y="2556439"/>
                <a:ext cx="817228" cy="5247"/>
              </a:xfrm>
              <a:prstGeom prst="bentConnector3">
                <a:avLst>
                  <a:gd name="adj1" fmla="val 50000"/>
                </a:avLst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>
                <a:stCxn id="10" idx="2"/>
                <a:endCxn id="8" idx="0"/>
              </p:cNvCxnSpPr>
              <p:nvPr/>
            </p:nvCxnSpPr>
            <p:spPr>
              <a:xfrm rot="5400000">
                <a:off x="2712838" y="2929666"/>
                <a:ext cx="411159" cy="23032"/>
              </a:xfrm>
              <a:prstGeom prst="bentConnector3">
                <a:avLst>
                  <a:gd name="adj1" fmla="val 3671"/>
                </a:avLst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21"/>
              <p:cNvCxnSpPr>
                <a:stCxn id="8" idx="3"/>
              </p:cNvCxnSpPr>
              <p:nvPr/>
            </p:nvCxnSpPr>
            <p:spPr>
              <a:xfrm flipV="1">
                <a:off x="3798327" y="3399756"/>
                <a:ext cx="1835204" cy="168663"/>
              </a:xfrm>
              <a:prstGeom prst="bentConnector3">
                <a:avLst>
                  <a:gd name="adj1" fmla="val 50000"/>
                </a:avLst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3666210" y="3315423"/>
                <a:ext cx="881902" cy="255683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lIns="70328" tIns="35165" rIns="70328" bIns="35165" rtlCol="0">
                <a:spAutoFit/>
              </a:bodyPr>
              <a:lstStyle/>
              <a:p>
                <a:r>
                  <a:rPr lang="en-US" sz="1200" b="1" dirty="0" smtClean="0"/>
                  <a:t>Si</a:t>
                </a:r>
                <a:endParaRPr lang="es-MX" sz="1200" b="1" dirty="0"/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>
                <a:off x="2919986" y="4917722"/>
                <a:ext cx="0" cy="252995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919986" y="3990075"/>
                <a:ext cx="0" cy="505989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>
                <a:off x="5623719" y="594519"/>
                <a:ext cx="0" cy="22860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Flowchart: Process 26"/>
              <p:cNvSpPr/>
              <p:nvPr/>
            </p:nvSpPr>
            <p:spPr>
              <a:xfrm>
                <a:off x="4861719" y="4295143"/>
                <a:ext cx="1467115" cy="347824"/>
              </a:xfrm>
              <a:prstGeom prst="flowChartProcess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smtClean="0">
                    <a:solidFill>
                      <a:schemeClr val="tx1"/>
                    </a:solidFill>
                  </a:rPr>
                  <a:t>Se </a:t>
                </a:r>
                <a:r>
                  <a:rPr lang="en-US" sz="1200" b="1" dirty="0" err="1" smtClean="0">
                    <a:solidFill>
                      <a:schemeClr val="tx1"/>
                    </a:solidFill>
                  </a:rPr>
                  <a:t>libera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b="1" dirty="0" err="1" smtClean="0">
                    <a:solidFill>
                      <a:schemeClr val="tx1"/>
                    </a:solidFill>
                  </a:rPr>
                  <a:t>para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b="1" dirty="0" err="1" smtClean="0">
                    <a:solidFill>
                      <a:schemeClr val="tx1"/>
                    </a:solidFill>
                  </a:rPr>
                  <a:t>producción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Flowchart: Decision 27"/>
              <p:cNvSpPr/>
              <p:nvPr/>
            </p:nvSpPr>
            <p:spPr>
              <a:xfrm>
                <a:off x="4633119" y="4937919"/>
                <a:ext cx="1974899" cy="1164378"/>
              </a:xfrm>
              <a:prstGeom prst="flowChartDecision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err="1" smtClean="0">
                    <a:solidFill>
                      <a:schemeClr val="tx1"/>
                    </a:solidFill>
                  </a:rPr>
                  <a:t>Acepta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b="1" dirty="0" err="1" smtClean="0">
                    <a:solidFill>
                      <a:schemeClr val="tx1"/>
                    </a:solidFill>
                  </a:rPr>
                  <a:t>producción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el material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lowchart: Process 28"/>
              <p:cNvSpPr/>
              <p:nvPr/>
            </p:nvSpPr>
            <p:spPr>
              <a:xfrm>
                <a:off x="4918604" y="6309519"/>
                <a:ext cx="1467115" cy="347824"/>
              </a:xfrm>
              <a:prstGeom prst="flowChartProcess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smtClean="0">
                    <a:solidFill>
                      <a:schemeClr val="tx1"/>
                    </a:solidFill>
                  </a:rPr>
                  <a:t>Se </a:t>
                </a:r>
                <a:r>
                  <a:rPr lang="en-US" sz="1200" b="1" dirty="0" err="1" smtClean="0">
                    <a:solidFill>
                      <a:schemeClr val="tx1"/>
                    </a:solidFill>
                  </a:rPr>
                  <a:t>corta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Straight Arrow Connector 29"/>
              <p:cNvCxnSpPr/>
              <p:nvPr/>
            </p:nvCxnSpPr>
            <p:spPr>
              <a:xfrm>
                <a:off x="5636911" y="1737519"/>
                <a:ext cx="0" cy="252995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Flowchart: Process 30"/>
              <p:cNvSpPr/>
              <p:nvPr/>
            </p:nvSpPr>
            <p:spPr>
              <a:xfrm>
                <a:off x="4799374" y="823119"/>
                <a:ext cx="1738746" cy="381000"/>
              </a:xfrm>
              <a:prstGeom prst="flowChartProcess">
                <a:avLst/>
              </a:prstGeom>
              <a:solidFill>
                <a:schemeClr val="bg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0328" tIns="35165" rIns="70328" bIns="35165" rtlCol="0" anchor="ctr"/>
              <a:lstStyle/>
              <a:p>
                <a:pPr algn="ctr"/>
                <a:r>
                  <a:rPr lang="en-US" sz="1200" b="1" dirty="0" err="1" smtClean="0">
                    <a:solidFill>
                      <a:schemeClr val="tx1"/>
                    </a:solidFill>
                  </a:rPr>
                  <a:t>Llega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 material a la planta</a:t>
                </a:r>
                <a:endParaRPr lang="es-MX" sz="1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" name="Elbow Connector 31"/>
              <p:cNvCxnSpPr>
                <a:stCxn id="28" idx="1"/>
                <a:endCxn id="10" idx="1"/>
              </p:cNvCxnSpPr>
              <p:nvPr/>
            </p:nvCxnSpPr>
            <p:spPr>
              <a:xfrm rot="10800000">
                <a:off x="2196377" y="2561688"/>
                <a:ext cx="2436743" cy="2958421"/>
              </a:xfrm>
              <a:prstGeom prst="bentConnector3">
                <a:avLst>
                  <a:gd name="adj1" fmla="val 109381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5623719" y="6080919"/>
                <a:ext cx="0" cy="259027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>
                <a:off x="5615502" y="4066544"/>
                <a:ext cx="0" cy="259027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5631933" y="6626917"/>
                <a:ext cx="0" cy="259027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4401055" y="5242719"/>
                <a:ext cx="502523" cy="2326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lIns="70328" tIns="35165" rIns="70328" bIns="35165" rtlCol="0">
                <a:spAutoFit/>
              </a:bodyPr>
              <a:lstStyle/>
              <a:p>
                <a:r>
                  <a:rPr lang="en-US" sz="1050" b="1" dirty="0" smtClean="0"/>
                  <a:t>No</a:t>
                </a:r>
                <a:endParaRPr lang="es-MX" sz="1050" b="1" dirty="0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623719" y="6053836"/>
                <a:ext cx="881902" cy="255683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lIns="70328" tIns="35165" rIns="70328" bIns="35165" rtlCol="0">
                <a:spAutoFit/>
              </a:bodyPr>
              <a:lstStyle/>
              <a:p>
                <a:r>
                  <a:rPr lang="en-US" sz="1200" b="1" dirty="0" smtClean="0"/>
                  <a:t>Si</a:t>
                </a:r>
                <a:endParaRPr lang="es-MX" sz="1200" b="1" dirty="0"/>
              </a:p>
            </p:txBody>
          </p:sp>
          <p:cxnSp>
            <p:nvCxnSpPr>
              <p:cNvPr id="38" name="Straight Arrow Connector 37"/>
              <p:cNvCxnSpPr/>
              <p:nvPr/>
            </p:nvCxnSpPr>
            <p:spPr>
              <a:xfrm>
                <a:off x="5615502" y="4645717"/>
                <a:ext cx="0" cy="259027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H="1">
                <a:off x="5623719" y="3109119"/>
                <a:ext cx="7033" cy="609599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/>
              <p:cNvCxnSpPr>
                <a:stCxn id="18" idx="3"/>
                <a:endCxn id="16" idx="1"/>
              </p:cNvCxnSpPr>
              <p:nvPr/>
            </p:nvCxnSpPr>
            <p:spPr>
              <a:xfrm>
                <a:off x="6328834" y="3892631"/>
                <a:ext cx="815645" cy="190579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1813</TotalTime>
  <Words>50</Words>
  <Application>Microsoft Office PowerPoint</Application>
  <PresentationFormat>Custom</PresentationFormat>
  <Paragraphs>21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Flow</vt:lpstr>
      <vt:lpstr>Slide 1</vt:lpstr>
      <vt:lpstr>Slide 2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vivianac</dc:creator>
  <cp:lastModifiedBy>Teresaj</cp:lastModifiedBy>
  <cp:revision>134</cp:revision>
  <dcterms:created xsi:type="dcterms:W3CDTF">2020-03-02T17:58:21Z</dcterms:created>
  <dcterms:modified xsi:type="dcterms:W3CDTF">2020-09-15T19:37:11Z</dcterms:modified>
</cp:coreProperties>
</file>