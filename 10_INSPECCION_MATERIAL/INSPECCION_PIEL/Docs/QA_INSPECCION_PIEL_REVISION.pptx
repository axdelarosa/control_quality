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422" r:id="rId2"/>
    <p:sldId id="419" r:id="rId3"/>
    <p:sldId id="423" r:id="rId4"/>
    <p:sldId id="424" r:id="rId5"/>
    <p:sldId id="420" r:id="rId6"/>
    <p:sldId id="421" r:id="rId7"/>
    <p:sldId id="426" r:id="rId8"/>
    <p:sldId id="427" r:id="rId9"/>
    <p:sldId id="428" r:id="rId10"/>
    <p:sldId id="429"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1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480" autoAdjust="0"/>
    <p:restoredTop sz="94343" autoAdjust="0"/>
  </p:normalViewPr>
  <p:slideViewPr>
    <p:cSldViewPr>
      <p:cViewPr>
        <p:scale>
          <a:sx n="100" d="100"/>
          <a:sy n="100" d="100"/>
        </p:scale>
        <p:origin x="2040" y="3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7B1792-3256-4E77-8442-3E205CD69EF5}" type="datetimeFigureOut">
              <a:rPr lang="en-US" smtClean="0"/>
              <a:t>4/9/2021</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A94EBC-6D71-45FE-903C-8A150E9C6E36}" type="slidenum">
              <a:rPr lang="en-US" smtClean="0"/>
              <a:t>‹Nº›</a:t>
            </a:fld>
            <a:endParaRPr lang="en-US"/>
          </a:p>
        </p:txBody>
      </p:sp>
    </p:spTree>
    <p:extLst>
      <p:ext uri="{BB962C8B-B14F-4D97-AF65-F5344CB8AC3E}">
        <p14:creationId xmlns:p14="http://schemas.microsoft.com/office/powerpoint/2010/main" val="3958030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7558649-2619-44F9-8F30-2D6466E57529}" type="datetimeFigureOut">
              <a:rPr lang="en-US" smtClean="0"/>
              <a:t>4/9/2021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1960711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558649-2619-44F9-8F30-2D6466E57529}" type="datetimeFigureOut">
              <a:rPr lang="en-US" smtClean="0"/>
              <a:t>4/9/2021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1292607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558649-2619-44F9-8F30-2D6466E57529}" type="datetimeFigureOut">
              <a:rPr lang="en-US" smtClean="0"/>
              <a:t>4/9/2021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987656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7558649-2619-44F9-8F30-2D6466E57529}" type="datetimeFigureOut">
              <a:rPr lang="en-US" smtClean="0"/>
              <a:t>4/9/2021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255953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7558649-2619-44F9-8F30-2D6466E57529}" type="datetimeFigureOut">
              <a:rPr lang="en-US" smtClean="0"/>
              <a:t>4/9/2021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100229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558649-2619-44F9-8F30-2D6466E57529}" type="datetimeFigureOut">
              <a:rPr lang="en-US" smtClean="0"/>
              <a:t>4/9/2021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615265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558649-2619-44F9-8F30-2D6466E57529}" type="datetimeFigureOut">
              <a:rPr lang="en-US" smtClean="0"/>
              <a:t>4/9/2021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26084978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558649-2619-44F9-8F30-2D6466E57529}" type="datetimeFigureOut">
              <a:rPr lang="en-US" smtClean="0"/>
              <a:t>4/9/2021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2884216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7558649-2619-44F9-8F30-2D6466E57529}" type="datetimeFigureOut">
              <a:rPr lang="en-US" smtClean="0"/>
              <a:t>4/9/2021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1897867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558649-2619-44F9-8F30-2D6466E57529}" type="datetimeFigureOut">
              <a:rPr lang="en-US" smtClean="0"/>
              <a:t>4/9/2021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2810161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7558649-2619-44F9-8F30-2D6466E57529}" type="datetimeFigureOut">
              <a:rPr lang="en-US" smtClean="0"/>
              <a:t>4/9/2021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B22C82F-0308-4DBA-BE8F-4BAE5E1F79A6}" type="slidenum">
              <a:rPr lang="en-US" smtClean="0"/>
              <a:t>‹Nº›</a:t>
            </a:fld>
            <a:endParaRPr lang="en-US"/>
          </a:p>
        </p:txBody>
      </p:sp>
    </p:spTree>
    <p:extLst>
      <p:ext uri="{BB962C8B-B14F-4D97-AF65-F5344CB8AC3E}">
        <p14:creationId xmlns:p14="http://schemas.microsoft.com/office/powerpoint/2010/main" val="31450852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13000" r="-1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558649-2619-44F9-8F30-2D6466E57529}" type="datetimeFigureOut">
              <a:rPr lang="en-US" smtClean="0"/>
              <a:t>4/9/2021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22C82F-0308-4DBA-BE8F-4BAE5E1F79A6}" type="slidenum">
              <a:rPr lang="en-US" smtClean="0"/>
              <a:t>‹Nº›</a:t>
            </a:fld>
            <a:endParaRPr lang="en-US"/>
          </a:p>
        </p:txBody>
      </p:sp>
    </p:spTree>
    <p:extLst>
      <p:ext uri="{BB962C8B-B14F-4D97-AF65-F5344CB8AC3E}">
        <p14:creationId xmlns:p14="http://schemas.microsoft.com/office/powerpoint/2010/main" val="3380506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22007"/>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QA: Inspección de Piel.</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331640" y="980728"/>
            <a:ext cx="7632848" cy="461665"/>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a:t>
            </a:r>
            <a:r>
              <a:rPr lang="es-ES" sz="1200" dirty="0">
                <a:solidFill>
                  <a:srgbClr val="222222"/>
                </a:solidFill>
                <a:latin typeface="Segoe UI" panose="020B0502040204020203" pitchFamily="34" charset="0"/>
              </a:rPr>
              <a:t>Se agrego a Pantalla Configuración de inspección los Números de Parte de los diferentes colores para poder configurarlos para inspección.</a:t>
            </a:r>
            <a:endParaRPr lang="es-ES" sz="1200" b="0" i="0" dirty="0">
              <a:solidFill>
                <a:srgbClr val="222222"/>
              </a:solidFill>
              <a:effectLst/>
              <a:latin typeface="Segoe UI" panose="020B0502040204020203" pitchFamily="34" charset="0"/>
            </a:endParaRPr>
          </a:p>
        </p:txBody>
      </p:sp>
      <p:pic>
        <p:nvPicPr>
          <p:cNvPr id="3" name="Imagen 2" descr="Interfaz de usuario gráfica, Texto, Aplicación&#10;&#10;Descripción generada automáticamente">
            <a:extLst>
              <a:ext uri="{FF2B5EF4-FFF2-40B4-BE49-F238E27FC236}">
                <a16:creationId xmlns:a16="http://schemas.microsoft.com/office/drawing/2014/main" id="{62C7F3AC-6558-46F9-AFF0-1B001B8AB7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1442393"/>
            <a:ext cx="7848872" cy="5370983"/>
          </a:xfrm>
          <a:prstGeom prst="rect">
            <a:avLst/>
          </a:prstGeom>
        </p:spPr>
      </p:pic>
    </p:spTree>
    <p:extLst>
      <p:ext uri="{BB962C8B-B14F-4D97-AF65-F5344CB8AC3E}">
        <p14:creationId xmlns:p14="http://schemas.microsoft.com/office/powerpoint/2010/main" val="824159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22007"/>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QA: Inspección de Piel.</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331640" y="980728"/>
            <a:ext cx="7632848" cy="461665"/>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a:t>
            </a:r>
            <a:r>
              <a:rPr lang="es-ES" sz="1200" dirty="0">
                <a:solidFill>
                  <a:srgbClr val="222222"/>
                </a:solidFill>
                <a:latin typeface="Segoe UI" panose="020B0502040204020203" pitchFamily="34" charset="0"/>
              </a:rPr>
              <a:t>Se agrego a Ficha de Configuración los tipos de Inspección </a:t>
            </a:r>
            <a:r>
              <a:rPr lang="es-ES" sz="1200" b="1" dirty="0">
                <a:solidFill>
                  <a:srgbClr val="222222"/>
                </a:solidFill>
                <a:latin typeface="Segoe UI" panose="020B0502040204020203" pitchFamily="34" charset="0"/>
              </a:rPr>
              <a:t>Gross/Thickness , Suavidad y Marcas Naturales </a:t>
            </a:r>
            <a:r>
              <a:rPr lang="es-ES" sz="1200" dirty="0">
                <a:solidFill>
                  <a:srgbClr val="222222"/>
                </a:solidFill>
                <a:latin typeface="Segoe UI" panose="020B0502040204020203" pitchFamily="34" charset="0"/>
              </a:rPr>
              <a:t>estas opciones solo estarán disponibles cuando se este configurando un Material tipo Piel.</a:t>
            </a:r>
            <a:endParaRPr lang="es-ES" sz="1200" b="0" i="0" dirty="0">
              <a:solidFill>
                <a:srgbClr val="222222"/>
              </a:solidFill>
              <a:effectLst/>
              <a:latin typeface="Segoe UI" panose="020B0502040204020203" pitchFamily="34" charset="0"/>
            </a:endParaRPr>
          </a:p>
        </p:txBody>
      </p:sp>
      <p:pic>
        <p:nvPicPr>
          <p:cNvPr id="7" name="Imagen 6" descr="Interfaz de usuario gráfica, Texto, Aplicación&#10;&#10;Descripción generada automáticamente con confianza media">
            <a:extLst>
              <a:ext uri="{FF2B5EF4-FFF2-40B4-BE49-F238E27FC236}">
                <a16:creationId xmlns:a16="http://schemas.microsoft.com/office/drawing/2014/main" id="{FCB333E2-9EC0-48EF-80E3-A58117DA9F7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1442393"/>
            <a:ext cx="7776864" cy="5370983"/>
          </a:xfrm>
          <a:prstGeom prst="rect">
            <a:avLst/>
          </a:prstGeom>
        </p:spPr>
      </p:pic>
    </p:spTree>
    <p:extLst>
      <p:ext uri="{BB962C8B-B14F-4D97-AF65-F5344CB8AC3E}">
        <p14:creationId xmlns:p14="http://schemas.microsoft.com/office/powerpoint/2010/main" val="273507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22007"/>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QA: Inspección de Piel.</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331640" y="980728"/>
            <a:ext cx="7632848" cy="461665"/>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a:t>
            </a:r>
            <a:r>
              <a:rPr lang="es-ES" sz="1200" dirty="0">
                <a:solidFill>
                  <a:srgbClr val="222222"/>
                </a:solidFill>
                <a:latin typeface="Segoe UI" panose="020B0502040204020203" pitchFamily="34" charset="0"/>
              </a:rPr>
              <a:t>Cuando se seleccione una Inspección tipo </a:t>
            </a:r>
            <a:r>
              <a:rPr lang="es-ES" sz="1200" b="1" dirty="0">
                <a:solidFill>
                  <a:srgbClr val="222222"/>
                </a:solidFill>
                <a:latin typeface="Segoe UI" panose="020B0502040204020203" pitchFamily="34" charset="0"/>
              </a:rPr>
              <a:t>Gross/Thickness o Suavidad </a:t>
            </a:r>
            <a:r>
              <a:rPr lang="es-ES" sz="1200" dirty="0">
                <a:solidFill>
                  <a:srgbClr val="222222"/>
                </a:solidFill>
                <a:latin typeface="Segoe UI" panose="020B0502040204020203" pitchFamily="34" charset="0"/>
              </a:rPr>
              <a:t>debe de especificar el valor mínimo y el valor Máximo.</a:t>
            </a:r>
            <a:endParaRPr lang="es-ES" sz="1200" i="0" dirty="0">
              <a:solidFill>
                <a:srgbClr val="222222"/>
              </a:solidFill>
              <a:effectLst/>
              <a:latin typeface="Segoe UI" panose="020B0502040204020203" pitchFamily="34" charset="0"/>
            </a:endParaRPr>
          </a:p>
        </p:txBody>
      </p:sp>
      <p:pic>
        <p:nvPicPr>
          <p:cNvPr id="3" name="Imagen 2" descr="Interfaz de usuario gráfica, Texto, Aplicación, Correo electrónico&#10;&#10;Descripción generada automáticamente">
            <a:extLst>
              <a:ext uri="{FF2B5EF4-FFF2-40B4-BE49-F238E27FC236}">
                <a16:creationId xmlns:a16="http://schemas.microsoft.com/office/drawing/2014/main" id="{1710486D-3E75-4A3B-B046-2A72FA206B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1640" y="1445015"/>
            <a:ext cx="7632848" cy="5296353"/>
          </a:xfrm>
          <a:prstGeom prst="rect">
            <a:avLst/>
          </a:prstGeom>
        </p:spPr>
      </p:pic>
    </p:spTree>
    <p:extLst>
      <p:ext uri="{BB962C8B-B14F-4D97-AF65-F5344CB8AC3E}">
        <p14:creationId xmlns:p14="http://schemas.microsoft.com/office/powerpoint/2010/main" val="1783729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22007"/>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QA: Inspección de Piel.</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331640" y="980728"/>
            <a:ext cx="7632848" cy="461665"/>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a:t>
            </a:r>
            <a:r>
              <a:rPr lang="es-ES" sz="1200" dirty="0">
                <a:solidFill>
                  <a:srgbClr val="222222"/>
                </a:solidFill>
                <a:latin typeface="Segoe UI" panose="020B0502040204020203" pitchFamily="34" charset="0"/>
              </a:rPr>
              <a:t>Cuando se seleccione una Inspección tipo </a:t>
            </a:r>
            <a:r>
              <a:rPr lang="es-ES" sz="1200" b="1" dirty="0">
                <a:solidFill>
                  <a:srgbClr val="222222"/>
                </a:solidFill>
                <a:latin typeface="Segoe UI" panose="020B0502040204020203" pitchFamily="34" charset="0"/>
              </a:rPr>
              <a:t>Marcas Naturales </a:t>
            </a:r>
            <a:r>
              <a:rPr lang="es-ES" sz="1200" dirty="0">
                <a:solidFill>
                  <a:srgbClr val="222222"/>
                </a:solidFill>
                <a:latin typeface="Segoe UI" panose="020B0502040204020203" pitchFamily="34" charset="0"/>
              </a:rPr>
              <a:t>pondrá automáticamente el texto: </a:t>
            </a:r>
            <a:r>
              <a:rPr lang="es-ES" sz="1200" b="1" dirty="0">
                <a:solidFill>
                  <a:srgbClr val="222222"/>
                </a:solidFill>
                <a:latin typeface="Segoe UI" panose="020B0502040204020203" pitchFamily="34" charset="0"/>
              </a:rPr>
              <a:t>Inspección de Marcas Naturales</a:t>
            </a:r>
            <a:r>
              <a:rPr lang="es-ES" sz="1200" dirty="0">
                <a:solidFill>
                  <a:srgbClr val="222222"/>
                </a:solidFill>
                <a:latin typeface="Segoe UI" panose="020B0502040204020203" pitchFamily="34" charset="0"/>
              </a:rPr>
              <a:t>.</a:t>
            </a:r>
            <a:endParaRPr lang="es-ES" sz="1200" i="0" dirty="0">
              <a:solidFill>
                <a:srgbClr val="222222"/>
              </a:solidFill>
              <a:effectLst/>
              <a:latin typeface="Segoe UI" panose="020B0502040204020203" pitchFamily="34" charset="0"/>
            </a:endParaRPr>
          </a:p>
        </p:txBody>
      </p:sp>
      <p:pic>
        <p:nvPicPr>
          <p:cNvPr id="5" name="Imagen 4" descr="Interfaz de usuario gráfica, Texto, Aplicación, Correo electrónico&#10;&#10;Descripción generada automáticamente">
            <a:extLst>
              <a:ext uri="{FF2B5EF4-FFF2-40B4-BE49-F238E27FC236}">
                <a16:creationId xmlns:a16="http://schemas.microsoft.com/office/drawing/2014/main" id="{5199E594-05A3-4B84-B6E6-A908B95986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1546682"/>
            <a:ext cx="7704856" cy="5194686"/>
          </a:xfrm>
          <a:prstGeom prst="rect">
            <a:avLst/>
          </a:prstGeom>
        </p:spPr>
      </p:pic>
    </p:spTree>
    <p:extLst>
      <p:ext uri="{BB962C8B-B14F-4D97-AF65-F5344CB8AC3E}">
        <p14:creationId xmlns:p14="http://schemas.microsoft.com/office/powerpoint/2010/main" val="68386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22007"/>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QA: Inspección de Piel.</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331640" y="980728"/>
            <a:ext cx="7632848" cy="830997"/>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a:t>
            </a:r>
            <a:r>
              <a:rPr lang="es-ES" sz="1200" dirty="0">
                <a:solidFill>
                  <a:srgbClr val="222222"/>
                </a:solidFill>
                <a:latin typeface="Segoe UI" panose="020B0502040204020203" pitchFamily="34" charset="0"/>
              </a:rPr>
              <a:t>Se modifico Pantalla </a:t>
            </a:r>
            <a:r>
              <a:rPr lang="es-ES" sz="1200" b="1" dirty="0">
                <a:solidFill>
                  <a:srgbClr val="222222"/>
                </a:solidFill>
                <a:latin typeface="Segoe UI" panose="020B0502040204020203" pitchFamily="34" charset="0"/>
              </a:rPr>
              <a:t>Incoming Inspection </a:t>
            </a:r>
            <a:r>
              <a:rPr lang="es-ES" sz="1200" dirty="0">
                <a:solidFill>
                  <a:srgbClr val="222222"/>
                </a:solidFill>
                <a:latin typeface="Segoe UI" panose="020B0502040204020203" pitchFamily="34" charset="0"/>
              </a:rPr>
              <a:t>se agregaron filtros de búsqueda y otros datos en el listado principal como el </a:t>
            </a:r>
            <a:r>
              <a:rPr lang="es-ES" sz="1200" b="1" dirty="0">
                <a:solidFill>
                  <a:srgbClr val="222222"/>
                </a:solidFill>
                <a:latin typeface="Segoe UI" panose="020B0502040204020203" pitchFamily="34" charset="0"/>
              </a:rPr>
              <a:t>Packing No y la Descripción del color</a:t>
            </a:r>
            <a:r>
              <a:rPr lang="es-ES" sz="1200" dirty="0">
                <a:solidFill>
                  <a:srgbClr val="222222"/>
                </a:solidFill>
                <a:latin typeface="Segoe UI" panose="020B0502040204020203" pitchFamily="34" charset="0"/>
              </a:rPr>
              <a:t>, para inspeccionar un lote damos doble clic sobre el lote que se desea Inspeccionar, si el color de ese lote no ha sido configurado para inspección arrojara un mensaje de error como el que se muestra de lo contrario podremos empezar con la inspección.</a:t>
            </a:r>
            <a:endParaRPr lang="es-ES" sz="1200" b="0" i="0" dirty="0">
              <a:solidFill>
                <a:srgbClr val="222222"/>
              </a:solidFill>
              <a:effectLst/>
              <a:latin typeface="Segoe UI" panose="020B0502040204020203" pitchFamily="34" charset="0"/>
            </a:endParaRPr>
          </a:p>
        </p:txBody>
      </p:sp>
      <p:pic>
        <p:nvPicPr>
          <p:cNvPr id="5" name="Imagen 4" descr="Interfaz de usuario gráfica, Texto, Aplicación&#10;&#10;Descripción generada automáticamente">
            <a:extLst>
              <a:ext uri="{FF2B5EF4-FFF2-40B4-BE49-F238E27FC236}">
                <a16:creationId xmlns:a16="http://schemas.microsoft.com/office/drawing/2014/main" id="{E25C3BE4-C5CA-4B87-B669-B6DC3C7DD3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1811725"/>
            <a:ext cx="7884368" cy="5001651"/>
          </a:xfrm>
          <a:prstGeom prst="rect">
            <a:avLst/>
          </a:prstGeom>
        </p:spPr>
      </p:pic>
    </p:spTree>
    <p:extLst>
      <p:ext uri="{BB962C8B-B14F-4D97-AF65-F5344CB8AC3E}">
        <p14:creationId xmlns:p14="http://schemas.microsoft.com/office/powerpoint/2010/main" val="3408809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22007"/>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QA: Inspección de Piel.</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331640" y="980728"/>
            <a:ext cx="7632848" cy="276999"/>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P</a:t>
            </a:r>
            <a:r>
              <a:rPr lang="es-ES" sz="1200" dirty="0">
                <a:solidFill>
                  <a:srgbClr val="222222"/>
                </a:solidFill>
                <a:latin typeface="Segoe UI" panose="020B0502040204020203" pitchFamily="34" charset="0"/>
              </a:rPr>
              <a:t>rimera Inspección </a:t>
            </a:r>
            <a:r>
              <a:rPr lang="es-ES" sz="1200" b="1" dirty="0">
                <a:solidFill>
                  <a:srgbClr val="222222"/>
                </a:solidFill>
                <a:latin typeface="Segoe UI" panose="020B0502040204020203" pitchFamily="34" charset="0"/>
              </a:rPr>
              <a:t>Opción Múltiple</a:t>
            </a:r>
            <a:r>
              <a:rPr lang="es-ES" sz="1200" dirty="0">
                <a:solidFill>
                  <a:srgbClr val="222222"/>
                </a:solidFill>
                <a:latin typeface="Segoe UI" panose="020B0502040204020203" pitchFamily="34" charset="0"/>
              </a:rPr>
              <a:t>.</a:t>
            </a:r>
            <a:endParaRPr lang="es-ES" sz="1200" b="0" i="0" dirty="0">
              <a:solidFill>
                <a:srgbClr val="222222"/>
              </a:solidFill>
              <a:effectLst/>
              <a:latin typeface="Segoe UI" panose="020B0502040204020203" pitchFamily="34" charset="0"/>
            </a:endParaRPr>
          </a:p>
        </p:txBody>
      </p:sp>
      <p:pic>
        <p:nvPicPr>
          <p:cNvPr id="3" name="Imagen 2" descr="Interfaz de usuario gráfica, Texto, Aplicación&#10;&#10;Descripción generada automáticamente">
            <a:extLst>
              <a:ext uri="{FF2B5EF4-FFF2-40B4-BE49-F238E27FC236}">
                <a16:creationId xmlns:a16="http://schemas.microsoft.com/office/drawing/2014/main" id="{EA677B3A-D5F0-46FE-8FAC-5BD321407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9416" y="1268760"/>
            <a:ext cx="7949088" cy="5472608"/>
          </a:xfrm>
          <a:prstGeom prst="rect">
            <a:avLst/>
          </a:prstGeom>
        </p:spPr>
      </p:pic>
    </p:spTree>
    <p:extLst>
      <p:ext uri="{BB962C8B-B14F-4D97-AF65-F5344CB8AC3E}">
        <p14:creationId xmlns:p14="http://schemas.microsoft.com/office/powerpoint/2010/main" val="2440852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22007"/>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QA: Inspección de Piel.</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331640" y="980728"/>
            <a:ext cx="7632848" cy="276999"/>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Segunda</a:t>
            </a:r>
            <a:r>
              <a:rPr lang="es-ES" sz="1200" dirty="0">
                <a:solidFill>
                  <a:srgbClr val="222222"/>
                </a:solidFill>
                <a:latin typeface="Segoe UI" panose="020B0502040204020203" pitchFamily="34" charset="0"/>
              </a:rPr>
              <a:t> Inspección </a:t>
            </a:r>
            <a:r>
              <a:rPr lang="es-ES" sz="1200" b="1" dirty="0">
                <a:solidFill>
                  <a:srgbClr val="222222"/>
                </a:solidFill>
                <a:latin typeface="Segoe UI" panose="020B0502040204020203" pitchFamily="34" charset="0"/>
              </a:rPr>
              <a:t>Suavidad</a:t>
            </a:r>
            <a:r>
              <a:rPr lang="es-ES" sz="1200" dirty="0">
                <a:solidFill>
                  <a:srgbClr val="222222"/>
                </a:solidFill>
                <a:latin typeface="Segoe UI" panose="020B0502040204020203" pitchFamily="34" charset="0"/>
              </a:rPr>
              <a:t>.</a:t>
            </a:r>
            <a:endParaRPr lang="es-ES" sz="1200" b="0" i="0" dirty="0">
              <a:solidFill>
                <a:srgbClr val="222222"/>
              </a:solidFill>
              <a:effectLst/>
              <a:latin typeface="Segoe UI" panose="020B0502040204020203" pitchFamily="34" charset="0"/>
            </a:endParaRPr>
          </a:p>
        </p:txBody>
      </p:sp>
      <p:pic>
        <p:nvPicPr>
          <p:cNvPr id="5" name="Imagen 4" descr="Diagrama&#10;&#10;Descripción generada automáticamente">
            <a:extLst>
              <a:ext uri="{FF2B5EF4-FFF2-40B4-BE49-F238E27FC236}">
                <a16:creationId xmlns:a16="http://schemas.microsoft.com/office/drawing/2014/main" id="{99C4AC22-B6E6-4451-B67E-A239D9626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7408" y="1346112"/>
            <a:ext cx="8021096" cy="5467264"/>
          </a:xfrm>
          <a:prstGeom prst="rect">
            <a:avLst/>
          </a:prstGeom>
        </p:spPr>
      </p:pic>
    </p:spTree>
    <p:extLst>
      <p:ext uri="{BB962C8B-B14F-4D97-AF65-F5344CB8AC3E}">
        <p14:creationId xmlns:p14="http://schemas.microsoft.com/office/powerpoint/2010/main" val="3249919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22007"/>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QA: Inspección de Piel.</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331640" y="980728"/>
            <a:ext cx="7632848" cy="276999"/>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a:t>
            </a:r>
            <a:r>
              <a:rPr lang="es-ES" sz="1200" dirty="0">
                <a:solidFill>
                  <a:srgbClr val="222222"/>
                </a:solidFill>
                <a:latin typeface="Segoe UI" panose="020B0502040204020203" pitchFamily="34" charset="0"/>
              </a:rPr>
              <a:t>Tercera Inspección </a:t>
            </a:r>
            <a:r>
              <a:rPr lang="es-ES" sz="1200" b="1" dirty="0">
                <a:solidFill>
                  <a:srgbClr val="222222"/>
                </a:solidFill>
                <a:latin typeface="Segoe UI" panose="020B0502040204020203" pitchFamily="34" charset="0"/>
              </a:rPr>
              <a:t>Opción Múltiple</a:t>
            </a:r>
            <a:r>
              <a:rPr lang="es-ES" sz="1200" dirty="0">
                <a:solidFill>
                  <a:srgbClr val="222222"/>
                </a:solidFill>
                <a:latin typeface="Segoe UI" panose="020B0502040204020203" pitchFamily="34" charset="0"/>
              </a:rPr>
              <a:t>.</a:t>
            </a:r>
            <a:endParaRPr lang="es-ES" sz="1200" b="0" i="0" dirty="0">
              <a:solidFill>
                <a:srgbClr val="222222"/>
              </a:solidFill>
              <a:effectLst/>
              <a:latin typeface="Segoe UI" panose="020B0502040204020203" pitchFamily="34" charset="0"/>
            </a:endParaRPr>
          </a:p>
        </p:txBody>
      </p:sp>
      <p:pic>
        <p:nvPicPr>
          <p:cNvPr id="3" name="Imagen 2" descr="Interfaz de usuario gráfica, Texto, Aplicación&#10;&#10;Descripción generada automáticamente">
            <a:extLst>
              <a:ext uri="{FF2B5EF4-FFF2-40B4-BE49-F238E27FC236}">
                <a16:creationId xmlns:a16="http://schemas.microsoft.com/office/drawing/2014/main" id="{A8A962E7-B700-4554-94E2-03B9B47CD4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9416" y="1341810"/>
            <a:ext cx="7949088" cy="5399558"/>
          </a:xfrm>
          <a:prstGeom prst="rect">
            <a:avLst/>
          </a:prstGeom>
        </p:spPr>
      </p:pic>
    </p:spTree>
    <p:extLst>
      <p:ext uri="{BB962C8B-B14F-4D97-AF65-F5344CB8AC3E}">
        <p14:creationId xmlns:p14="http://schemas.microsoft.com/office/powerpoint/2010/main" val="127608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22007"/>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QA: Inspección de Piel.</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331640" y="980728"/>
            <a:ext cx="7632848" cy="276999"/>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Cuarta</a:t>
            </a:r>
            <a:r>
              <a:rPr lang="es-ES" sz="1200" dirty="0">
                <a:solidFill>
                  <a:srgbClr val="222222"/>
                </a:solidFill>
                <a:latin typeface="Segoe UI" panose="020B0502040204020203" pitchFamily="34" charset="0"/>
              </a:rPr>
              <a:t> Inspección </a:t>
            </a:r>
            <a:r>
              <a:rPr lang="es-ES" sz="1200" b="1" dirty="0">
                <a:solidFill>
                  <a:srgbClr val="222222"/>
                </a:solidFill>
                <a:latin typeface="Segoe UI" panose="020B0502040204020203" pitchFamily="34" charset="0"/>
              </a:rPr>
              <a:t>Grosor/Thickness</a:t>
            </a:r>
            <a:r>
              <a:rPr lang="es-ES" sz="1200" dirty="0">
                <a:solidFill>
                  <a:srgbClr val="222222"/>
                </a:solidFill>
                <a:latin typeface="Segoe UI" panose="020B0502040204020203" pitchFamily="34" charset="0"/>
              </a:rPr>
              <a:t>.</a:t>
            </a:r>
            <a:endParaRPr lang="es-ES" sz="1200" b="0" i="0" dirty="0">
              <a:solidFill>
                <a:srgbClr val="222222"/>
              </a:solidFill>
              <a:effectLst/>
              <a:latin typeface="Segoe UI" panose="020B0502040204020203" pitchFamily="34" charset="0"/>
            </a:endParaRPr>
          </a:p>
        </p:txBody>
      </p:sp>
      <p:pic>
        <p:nvPicPr>
          <p:cNvPr id="5" name="Imagen 4" descr="Diagrama&#10;&#10;Descripción generada automáticamente">
            <a:extLst>
              <a:ext uri="{FF2B5EF4-FFF2-40B4-BE49-F238E27FC236}">
                <a16:creationId xmlns:a16="http://schemas.microsoft.com/office/drawing/2014/main" id="{53A4F550-2A92-4B55-82FD-425FA5923C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2128" y="1346112"/>
            <a:ext cx="7956376" cy="5467264"/>
          </a:xfrm>
          <a:prstGeom prst="rect">
            <a:avLst/>
          </a:prstGeom>
        </p:spPr>
      </p:pic>
    </p:spTree>
    <p:extLst>
      <p:ext uri="{BB962C8B-B14F-4D97-AF65-F5344CB8AC3E}">
        <p14:creationId xmlns:p14="http://schemas.microsoft.com/office/powerpoint/2010/main" val="1243241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a:spLocks/>
          </p:cNvSpPr>
          <p:nvPr/>
        </p:nvSpPr>
        <p:spPr>
          <a:xfrm>
            <a:off x="1087408" y="274638"/>
            <a:ext cx="7229008" cy="622007"/>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2000" dirty="0">
                <a:solidFill>
                  <a:srgbClr val="3F1900"/>
                </a:solidFill>
              </a:rPr>
              <a:t>QA: Inspección de Piel.</a:t>
            </a:r>
            <a:endParaRPr lang="en-US" sz="2000" dirty="0">
              <a:solidFill>
                <a:srgbClr val="3F1900"/>
              </a:solidFill>
            </a:endParaRPr>
          </a:p>
        </p:txBody>
      </p:sp>
      <p:sp>
        <p:nvSpPr>
          <p:cNvPr id="4" name="Content Placeholder 3"/>
          <p:cNvSpPr txBox="1">
            <a:spLocks/>
          </p:cNvSpPr>
          <p:nvPr/>
        </p:nvSpPr>
        <p:spPr>
          <a:xfrm>
            <a:off x="1331640" y="1196753"/>
            <a:ext cx="7488832" cy="5137780"/>
          </a:xfrm>
          <a:prstGeom prst="rect">
            <a:avLst/>
          </a:prstGeom>
        </p:spPr>
        <p:txBody>
          <a:bodyPr>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sz="2000" i="1"/>
          </a:p>
        </p:txBody>
      </p:sp>
      <p:sp>
        <p:nvSpPr>
          <p:cNvPr id="10" name="Rectangle 9"/>
          <p:cNvSpPr/>
          <p:nvPr/>
        </p:nvSpPr>
        <p:spPr>
          <a:xfrm>
            <a:off x="1331640" y="980728"/>
            <a:ext cx="7632848" cy="276999"/>
          </a:xfrm>
          <a:prstGeom prst="rect">
            <a:avLst/>
          </a:prstGeom>
        </p:spPr>
        <p:txBody>
          <a:bodyPr wrap="square">
            <a:spAutoFit/>
          </a:bodyPr>
          <a:lstStyle/>
          <a:p>
            <a:pPr>
              <a:buFont typeface="Arial" panose="020B0604020202020204" pitchFamily="34" charset="0"/>
              <a:buChar char="•"/>
            </a:pPr>
            <a:r>
              <a:rPr lang="es-ES" sz="1200" b="0" i="0" dirty="0">
                <a:solidFill>
                  <a:srgbClr val="222222"/>
                </a:solidFill>
                <a:effectLst/>
                <a:latin typeface="Segoe UI" panose="020B0502040204020203" pitchFamily="34" charset="0"/>
              </a:rPr>
              <a:t> </a:t>
            </a:r>
            <a:r>
              <a:rPr lang="es-ES" sz="1200" dirty="0">
                <a:solidFill>
                  <a:srgbClr val="222222"/>
                </a:solidFill>
                <a:latin typeface="Segoe UI" panose="020B0502040204020203" pitchFamily="34" charset="0"/>
              </a:rPr>
              <a:t>Quinta Inspección </a:t>
            </a:r>
            <a:r>
              <a:rPr lang="es-ES" sz="1200" b="1" dirty="0">
                <a:solidFill>
                  <a:srgbClr val="222222"/>
                </a:solidFill>
                <a:latin typeface="Segoe UI" panose="020B0502040204020203" pitchFamily="34" charset="0"/>
              </a:rPr>
              <a:t>Marcas Naturales</a:t>
            </a:r>
            <a:r>
              <a:rPr lang="es-ES" sz="1200" dirty="0">
                <a:solidFill>
                  <a:srgbClr val="222222"/>
                </a:solidFill>
                <a:latin typeface="Segoe UI" panose="020B0502040204020203" pitchFamily="34" charset="0"/>
              </a:rPr>
              <a:t>.</a:t>
            </a:r>
            <a:endParaRPr lang="es-ES" sz="1200" b="0" i="0" dirty="0">
              <a:solidFill>
                <a:srgbClr val="222222"/>
              </a:solidFill>
              <a:effectLst/>
              <a:latin typeface="Segoe UI" panose="020B0502040204020203" pitchFamily="34" charset="0"/>
            </a:endParaRPr>
          </a:p>
        </p:txBody>
      </p:sp>
      <p:pic>
        <p:nvPicPr>
          <p:cNvPr id="3" name="Imagen 2" descr="Interfaz de usuario gráfica, Aplicación&#10;&#10;Descripción generada automáticamente">
            <a:extLst>
              <a:ext uri="{FF2B5EF4-FFF2-40B4-BE49-F238E27FC236}">
                <a16:creationId xmlns:a16="http://schemas.microsoft.com/office/drawing/2014/main" id="{332BE704-B990-45F3-871B-01A8F5259E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2128" y="1326912"/>
            <a:ext cx="7956376" cy="5414456"/>
          </a:xfrm>
          <a:prstGeom prst="rect">
            <a:avLst/>
          </a:prstGeom>
        </p:spPr>
      </p:pic>
    </p:spTree>
    <p:extLst>
      <p:ext uri="{BB962C8B-B14F-4D97-AF65-F5344CB8AC3E}">
        <p14:creationId xmlns:p14="http://schemas.microsoft.com/office/powerpoint/2010/main" val="25594743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11458</TotalTime>
  <Words>261</Words>
  <Application>Microsoft Office PowerPoint</Application>
  <PresentationFormat>Presentación en pantalla (4:3)</PresentationFormat>
  <Paragraphs>20</Paragraphs>
  <Slides>10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Calibri</vt:lpstr>
      <vt:lpstr>Segoe UI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AX DE LA ROSA</dc:creator>
  <cp:lastModifiedBy>Francisco Esteban</cp:lastModifiedBy>
  <cp:revision>248</cp:revision>
  <dcterms:created xsi:type="dcterms:W3CDTF">2019-09-04T16:36:39Z</dcterms:created>
  <dcterms:modified xsi:type="dcterms:W3CDTF">2021-04-09T14:43:51Z</dcterms:modified>
</cp:coreProperties>
</file>