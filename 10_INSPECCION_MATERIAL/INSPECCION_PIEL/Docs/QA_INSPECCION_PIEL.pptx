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97" r:id="rId2"/>
    <p:sldId id="429" r:id="rId3"/>
    <p:sldId id="431" r:id="rId4"/>
    <p:sldId id="430" r:id="rId5"/>
    <p:sldId id="419" r:id="rId6"/>
    <p:sldId id="420" r:id="rId7"/>
    <p:sldId id="42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4343" autoAdjust="0"/>
  </p:normalViewPr>
  <p:slideViewPr>
    <p:cSldViewPr>
      <p:cViewPr varScale="1">
        <p:scale>
          <a:sx n="114" d="100"/>
          <a:sy n="114" d="100"/>
        </p:scale>
        <p:origin x="1650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05/04/2021 – 09/04/2021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1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2200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Piel.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agrego Ficha que permitirá capturar los datos de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Marcas Naturales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de las pieles inspeccionadas.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332BE704-B990-45F3-871B-01A8F5259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128" y="1257728"/>
            <a:ext cx="7956376" cy="548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02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2200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Piel.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realizo lógica para el guardado de las diferentes inspecciones configuradas en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SQL Server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para esto se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Crearon Tablas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para almacenar la información de las inspecciones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y Store Procedure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permitirán poblar las tablas de información.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624038-60C2-4DD1-A393-C890598ABB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787" t="10801" r="13776" b="13601"/>
          <a:stretch/>
        </p:blipFill>
        <p:spPr>
          <a:xfrm>
            <a:off x="1763688" y="1627059"/>
            <a:ext cx="6552728" cy="513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9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20/03/2021 – 26/03/2021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77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terfaz de usuario gráfica, Texto, Aplicación&#10;&#10;Descripción generada automáticamente con confianza media">
            <a:extLst>
              <a:ext uri="{FF2B5EF4-FFF2-40B4-BE49-F238E27FC236}">
                <a16:creationId xmlns:a16="http://schemas.microsoft.com/office/drawing/2014/main" id="{569BD519-9317-4E15-816B-20B8B6A22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442393"/>
            <a:ext cx="7776864" cy="5370983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2200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Piel.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agrego a Pantalla Configuración de inspección de Material dos tipos de inspección: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Gross/Thickness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y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Suavidad y  Marcas Naturales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estos tipos son específicamente para inspeccionar Piel.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D4AF46-8030-4DE9-B17F-2B1C03526A28}"/>
              </a:ext>
            </a:extLst>
          </p:cNvPr>
          <p:cNvSpPr/>
          <p:nvPr/>
        </p:nvSpPr>
        <p:spPr>
          <a:xfrm>
            <a:off x="1691680" y="3212976"/>
            <a:ext cx="79208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7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2200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Piel.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agrego pantalla que mostrara los Lotes pendientes de inspeccionar así como los que ya fueron inspeccionados, al dar Click sobre un registro se mostrara la siguiente Ficha.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0136657-DB66-44E5-9671-1376D8387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526477"/>
            <a:ext cx="7884368" cy="528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09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2200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Piel.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agrego Ficha que permitirá capturar los datos del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Gross y Suavidad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de las pieles inspeccionadas.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A553A646-41F9-463D-8D9A-9DC0C154C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341810"/>
            <a:ext cx="7776864" cy="539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52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11433</TotalTime>
  <Words>171</Words>
  <Application>Microsoft Office PowerPoint</Application>
  <PresentationFormat>Presentación en pantalla (4:3)</PresentationFormat>
  <Paragraphs>12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244</cp:revision>
  <dcterms:created xsi:type="dcterms:W3CDTF">2019-09-04T16:36:39Z</dcterms:created>
  <dcterms:modified xsi:type="dcterms:W3CDTF">2021-04-12T13:42:30Z</dcterms:modified>
</cp:coreProperties>
</file>