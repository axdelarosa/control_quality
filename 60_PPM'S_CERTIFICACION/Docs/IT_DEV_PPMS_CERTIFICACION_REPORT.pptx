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97" r:id="rId2"/>
    <p:sldId id="420" r:id="rId3"/>
    <p:sldId id="423" r:id="rId4"/>
    <p:sldId id="424" r:id="rId5"/>
    <p:sldId id="421" r:id="rId6"/>
    <p:sldId id="422" r:id="rId7"/>
    <p:sldId id="419" r:id="rId8"/>
    <p:sldId id="418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80" autoAdjust="0"/>
    <p:restoredTop sz="94343" autoAdjust="0"/>
  </p:normalViewPr>
  <p:slideViewPr>
    <p:cSldViewPr>
      <p:cViewPr>
        <p:scale>
          <a:sx n="100" d="100"/>
          <a:sy n="100" d="100"/>
        </p:scale>
        <p:origin x="2040" y="3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11/15/2021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08/11/2021 – 12/11/2021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160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QC: Pantalla Certification Report.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87624" y="1095133"/>
            <a:ext cx="77768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agrego al Reporte de Certificación Acumulado del mes,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Grafica de los defectos críticos.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1D7ED6-A8FE-4E6B-A674-783D21B57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903" y="1484784"/>
            <a:ext cx="7967601" cy="316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146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QC: Pantalla Certification Report.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87624" y="1095133"/>
            <a:ext cx="777686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agrego al Reporte de Certificación por hora que los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 defectos críticos se pinten en color rojo para identificarlos.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DCFCA07-2801-4EEC-B121-37C013B97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649" y="1556798"/>
            <a:ext cx="7488831" cy="5256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2338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QC: Pantalla Certification Report.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87624" y="1095133"/>
            <a:ext cx="777686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agrego al reporte de certificación en la sección de administrar defecto, la opción para poder capturar la traducción a ingles del defecto y especificar si es critico.</a:t>
            </a:r>
            <a:endParaRPr lang="es-ES" sz="120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60C153F-C327-4618-B028-9A4BD6E538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r="506" b="841"/>
          <a:stretch/>
        </p:blipFill>
        <p:spPr>
          <a:xfrm>
            <a:off x="1187624" y="1556799"/>
            <a:ext cx="7848872" cy="5256578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F812EC2A-2C3F-4048-B8DB-456F0B9C36E9}"/>
              </a:ext>
            </a:extLst>
          </p:cNvPr>
          <p:cNvSpPr/>
          <p:nvPr/>
        </p:nvSpPr>
        <p:spPr>
          <a:xfrm>
            <a:off x="5580112" y="2708920"/>
            <a:ext cx="1800200" cy="4320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767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04/10/2021 – 08/10/2021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0907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QC: Pantalla Certification Report.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87624" y="1095133"/>
            <a:ext cx="77768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termino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de migrar y rediseñar los reportes de PPM’S de Certificación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formato Excel a PDF y se envió a calidad para su revisión.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empezó con el rediseño y guardado completo de la información en la Pantalla Certification Report. </a:t>
            </a:r>
          </a:p>
        </p:txBody>
      </p:sp>
      <p:pic>
        <p:nvPicPr>
          <p:cNvPr id="5" name="Imagen 4" descr="Interfaz de usuario gráfica, Aplicación, Tabla, Excel&#10;&#10;Descripción generada automáticamente">
            <a:extLst>
              <a:ext uri="{FF2B5EF4-FFF2-40B4-BE49-F238E27FC236}">
                <a16:creationId xmlns:a16="http://schemas.microsoft.com/office/drawing/2014/main" id="{FBEEE617-D98D-4A42-8651-F6B0653557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1741464"/>
            <a:ext cx="7920880" cy="507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524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20/09/2021 – 24/09/2021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845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QC: Reporte de PPM’S y Certificación.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87624" y="1095133"/>
            <a:ext cx="77768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Avances de la migración y rediseño de los reportes de PPM’S y Certificación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formato Excel a PDF.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AD302C-81C9-48E4-959D-321D1E01B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372133"/>
            <a:ext cx="7776864" cy="5369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10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11450</TotalTime>
  <Words>175</Words>
  <Application>Microsoft Office PowerPoint</Application>
  <PresentationFormat>Presentación en pantalla (4:3)</PresentationFormat>
  <Paragraphs>14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244</cp:revision>
  <dcterms:created xsi:type="dcterms:W3CDTF">2019-09-04T16:36:39Z</dcterms:created>
  <dcterms:modified xsi:type="dcterms:W3CDTF">2021-11-15T14:32:20Z</dcterms:modified>
</cp:coreProperties>
</file>