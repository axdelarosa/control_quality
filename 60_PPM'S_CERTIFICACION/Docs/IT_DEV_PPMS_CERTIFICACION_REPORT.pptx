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97" r:id="rId2"/>
    <p:sldId id="420" r:id="rId3"/>
    <p:sldId id="419" r:id="rId4"/>
    <p:sldId id="418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80" autoAdjust="0"/>
    <p:restoredTop sz="94343" autoAdjust="0"/>
  </p:normalViewPr>
  <p:slideViewPr>
    <p:cSldViewPr>
      <p:cViewPr varScale="1">
        <p:scale>
          <a:sx n="114" d="100"/>
          <a:sy n="114" d="100"/>
        </p:scale>
        <p:origin x="89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10/11/2021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04/10/2021 – 08/10/2021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160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QC: Pantalla Certification Report.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87624" y="1095133"/>
            <a:ext cx="77768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termino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de migrar y rediseñar los reportes de PPM’S de Certificación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formato Excel a PDF y se envió a calidad para su revisión.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empezó con el rediseño y guardado completo de la información en la Pantalla Certification Report. </a:t>
            </a:r>
          </a:p>
        </p:txBody>
      </p:sp>
      <p:pic>
        <p:nvPicPr>
          <p:cNvPr id="5" name="Imagen 4" descr="Interfaz de usuario gráfica, Aplicación, Tabla, Excel&#10;&#10;Descripción generada automáticamente">
            <a:extLst>
              <a:ext uri="{FF2B5EF4-FFF2-40B4-BE49-F238E27FC236}">
                <a16:creationId xmlns:a16="http://schemas.microsoft.com/office/drawing/2014/main" id="{FBEEE617-D98D-4A42-8651-F6B0653557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741464"/>
            <a:ext cx="7920880" cy="507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146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20/09/2021 – 24/09/2021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845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QC: Reporte de PPM’S y Certificación.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87624" y="1095133"/>
            <a:ext cx="77768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Avances de la migración y rediseño de los reportes de PPM’S y Certificación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formato Excel a PDF.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AD302C-81C9-48E4-959D-321D1E01B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372133"/>
            <a:ext cx="7776864" cy="5369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10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11431</TotalTime>
  <Words>85</Words>
  <Application>Microsoft Office PowerPoint</Application>
  <PresentationFormat>Presentación en pantalla (4:3)</PresentationFormat>
  <Paragraphs>7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243</cp:revision>
  <dcterms:created xsi:type="dcterms:W3CDTF">2019-09-04T16:36:39Z</dcterms:created>
  <dcterms:modified xsi:type="dcterms:W3CDTF">2021-10-11T13:44:49Z</dcterms:modified>
</cp:coreProperties>
</file>