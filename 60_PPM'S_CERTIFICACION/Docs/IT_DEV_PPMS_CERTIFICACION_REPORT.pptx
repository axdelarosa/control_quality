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97" r:id="rId2"/>
    <p:sldId id="41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343" autoAdjust="0"/>
  </p:normalViewPr>
  <p:slideViewPr>
    <p:cSldViewPr>
      <p:cViewPr varScale="1">
        <p:scale>
          <a:sx n="86" d="100"/>
          <a:sy n="86" d="100"/>
        </p:scale>
        <p:origin x="14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20/09/2021 – 24/09/2021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>
                <a:solidFill>
                  <a:srgbClr val="3F1900"/>
                </a:solidFill>
              </a:rPr>
              <a:t>QC: Reporte de PPM’S y Certificación.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187624" y="1095133"/>
            <a:ext cx="77768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Avances de la migración y rediseño de los reportes de PPM’S y Certificación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 de formato Excel a PDF.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AD302C-81C9-48E4-959D-321D1E01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372133"/>
            <a:ext cx="7776864" cy="536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1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11415</TotalTime>
  <Words>31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Segoe UI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241</cp:revision>
  <dcterms:created xsi:type="dcterms:W3CDTF">2019-09-04T16:36:39Z</dcterms:created>
  <dcterms:modified xsi:type="dcterms:W3CDTF">2021-09-27T13:43:29Z</dcterms:modified>
</cp:coreProperties>
</file>